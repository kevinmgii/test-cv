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handoutMasterIdLst>
    <p:handoutMasterId r:id="rId19"/>
  </p:handoutMasterIdLst>
  <p:sldIdLst>
    <p:sldId id="258" r:id="rId5"/>
    <p:sldId id="299" r:id="rId6"/>
    <p:sldId id="301" r:id="rId7"/>
    <p:sldId id="300" r:id="rId8"/>
    <p:sldId id="303" r:id="rId9"/>
    <p:sldId id="305" r:id="rId10"/>
    <p:sldId id="306" r:id="rId11"/>
    <p:sldId id="307" r:id="rId12"/>
    <p:sldId id="308" r:id="rId13"/>
    <p:sldId id="309" r:id="rId14"/>
    <p:sldId id="310" r:id="rId15"/>
    <p:sldId id="311" r:id="rId16"/>
    <p:sldId id="302" r:id="rId17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clrMode="bw"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FE5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461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9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5" d="100"/>
          <a:sy n="75" d="100"/>
        </p:scale>
        <p:origin x="1770" y="3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75272A-9B26-49B6-8A30-1B831EC74A1C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B72A79-AC1F-4D10-BBE5-E4D2CBF48CCA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4760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F43E1C-286B-454E-B154-665A9D212606}" type="datetimeFigureOut">
              <a:rPr lang="en-GB" smtClean="0"/>
              <a:t>08/02/2026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0EC39-E1D8-4F61-9507-83E5DC4990C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0245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96D0F-53BD-1F1D-71D1-8DE98FB6E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E7631-A756-C0CA-596A-748043E879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4CB78-B8ED-2787-B50D-9FBFC862F3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19023-3B9B-C135-017C-0CB36BD269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2935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D1C23-C19E-5F8E-19D1-FBC74AFD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EF7BBC-0B26-D9EE-AE02-E00E41305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4A1EF5-45BB-274E-2FF3-71D70CCC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CC7B9-1FA2-CBDE-2325-B25AC89CF7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3503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D6901-B2B2-EDC1-B62C-22EE08137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2014D8-74B3-F4B4-8A2E-D51BA549B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A5ED7-DC9D-6477-E5BE-2AF9F37CC2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BC4347-7003-C7A0-AB22-8C79A19501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1316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AA274-568F-DE4A-EFED-CEAA51B9B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32BDA-8EA0-7187-5B05-BFA9776B88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10F943-60D4-0A45-E43A-0B955EC0F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8F0A4-E9EC-3A99-BE13-07D8A98303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30080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F7E33-5A48-BAE5-A374-B57F3D175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A14AF-6C42-0ABD-C00F-BED4C93BD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F0F07-351E-1799-4BD0-8A7D39A54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464E57-7404-50FB-8168-4AAC17C322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765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F39B3-459C-42E8-17EB-339B7BF93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8A0DE9-5405-F4D4-3AE4-D5BE9189C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B3F0FF-D61E-6467-4E76-41EA4AEF59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57C5A-AAD6-6CEC-9E64-8920A490BD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793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52ED6-3962-3B12-0362-C0A9D0CE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E7992-6118-F633-B1A1-45239D391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EBBFA-75D8-9967-AD13-C76597443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66B929-A900-D640-E4B7-5D02C02F0B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0EC39-E1D8-4F61-9507-83E5DC4990C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095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5424488"/>
          </a:xfrm>
          <a:noFill/>
          <a:ln>
            <a:noFill/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gray">
          <a:xfrm>
            <a:off x="0" y="5424787"/>
            <a:ext cx="12192000" cy="14332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361">
              <a:solidFill>
                <a:srgbClr val="000000"/>
              </a:solidFill>
            </a:endParaRPr>
          </a:p>
        </p:txBody>
      </p:sp>
      <p:grpSp>
        <p:nvGrpSpPr>
          <p:cNvPr id="20" name="Group 15"/>
          <p:cNvGrpSpPr>
            <a:grpSpLocks/>
          </p:cNvGrpSpPr>
          <p:nvPr/>
        </p:nvGrpSpPr>
        <p:grpSpPr bwMode="white"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21" name="Rectangle 16"/>
            <p:cNvSpPr>
              <a:spLocks noChangeArrowheads="1"/>
            </p:cNvSpPr>
            <p:nvPr/>
          </p:nvSpPr>
          <p:spPr bwMode="white">
            <a:xfrm>
              <a:off x="0" y="3175"/>
              <a:ext cx="6733" cy="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white">
            <a:xfrm>
              <a:off x="1826" y="3175"/>
              <a:ext cx="4910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305016" y="5937980"/>
            <a:ext cx="6031344" cy="793519"/>
          </a:xfrm>
        </p:spPr>
        <p:txBody>
          <a:bodyPr/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Rectangle 3"/>
          <p:cNvSpPr>
            <a:spLocks noGrp="1" noChangeArrowheads="1"/>
          </p:cNvSpPr>
          <p:nvPr>
            <p:ph type="ctrTitle" hasCustomPrompt="1"/>
          </p:nvPr>
        </p:nvSpPr>
        <p:spPr bwMode="white">
          <a:xfrm>
            <a:off x="3305016" y="3136668"/>
            <a:ext cx="6031344" cy="1384932"/>
          </a:xfrm>
        </p:spPr>
        <p:txBody>
          <a:bodyPr anchor="b"/>
          <a:lstStyle>
            <a:lvl1pPr>
              <a:lnSpc>
                <a:spcPct val="105000"/>
              </a:lnSpc>
              <a:defRPr sz="30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header</a:t>
            </a:r>
            <a:endParaRPr lang="de-DE" altLang="de-DE" noProof="0" dirty="0"/>
          </a:p>
        </p:txBody>
      </p:sp>
      <p:sp>
        <p:nvSpPr>
          <p:cNvPr id="13" name="Rectangle 4"/>
          <p:cNvSpPr>
            <a:spLocks noGrp="1" noChangeArrowheads="1"/>
          </p:cNvSpPr>
          <p:nvPr>
            <p:ph type="subTitle" idx="1" hasCustomPrompt="1"/>
          </p:nvPr>
        </p:nvSpPr>
        <p:spPr bwMode="white">
          <a:xfrm>
            <a:off x="3305016" y="4561676"/>
            <a:ext cx="6031344" cy="863111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Master subtitle style</a:t>
            </a:r>
            <a:endParaRPr lang="de-DE" altLang="de-DE" noProof="0" dirty="0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>
          <a:xfrm>
            <a:off x="10614576" y="6254454"/>
            <a:ext cx="1332000" cy="246595"/>
            <a:chOff x="830300" y="1716088"/>
            <a:chExt cx="10058401" cy="1862137"/>
          </a:xfrm>
          <a:solidFill>
            <a:schemeClr val="bg1"/>
          </a:solidFill>
        </p:grpSpPr>
        <p:sp>
          <p:nvSpPr>
            <p:cNvPr id="16" name="Freeform 5"/>
            <p:cNvSpPr>
              <a:spLocks/>
            </p:cNvSpPr>
            <p:nvPr/>
          </p:nvSpPr>
          <p:spPr bwMode="auto">
            <a:xfrm>
              <a:off x="3857663" y="1749425"/>
              <a:ext cx="1604963" cy="1789112"/>
            </a:xfrm>
            <a:custGeom>
              <a:avLst/>
              <a:gdLst>
                <a:gd name="T0" fmla="*/ 247 w 247"/>
                <a:gd name="T1" fmla="*/ 93 h 275"/>
                <a:gd name="T2" fmla="*/ 142 w 247"/>
                <a:gd name="T3" fmla="*/ 0 h 275"/>
                <a:gd name="T4" fmla="*/ 0 w 247"/>
                <a:gd name="T5" fmla="*/ 0 h 275"/>
                <a:gd name="T6" fmla="*/ 0 w 247"/>
                <a:gd name="T7" fmla="*/ 275 h 275"/>
                <a:gd name="T8" fmla="*/ 67 w 247"/>
                <a:gd name="T9" fmla="*/ 275 h 275"/>
                <a:gd name="T10" fmla="*/ 67 w 247"/>
                <a:gd name="T11" fmla="*/ 60 h 275"/>
                <a:gd name="T12" fmla="*/ 143 w 247"/>
                <a:gd name="T13" fmla="*/ 60 h 275"/>
                <a:gd name="T14" fmla="*/ 181 w 247"/>
                <a:gd name="T15" fmla="*/ 94 h 275"/>
                <a:gd name="T16" fmla="*/ 142 w 247"/>
                <a:gd name="T17" fmla="*/ 128 h 275"/>
                <a:gd name="T18" fmla="*/ 77 w 247"/>
                <a:gd name="T19" fmla="*/ 128 h 275"/>
                <a:gd name="T20" fmla="*/ 169 w 247"/>
                <a:gd name="T21" fmla="*/ 275 h 275"/>
                <a:gd name="T22" fmla="*/ 246 w 247"/>
                <a:gd name="T23" fmla="*/ 275 h 275"/>
                <a:gd name="T24" fmla="*/ 183 w 247"/>
                <a:gd name="T25" fmla="*/ 177 h 275"/>
                <a:gd name="T26" fmla="*/ 247 w 247"/>
                <a:gd name="T27" fmla="*/ 93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75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Rectangle 6"/>
            <p:cNvSpPr>
              <a:spLocks noChangeArrowheads="1"/>
            </p:cNvSpPr>
            <p:nvPr/>
          </p:nvSpPr>
          <p:spPr bwMode="auto">
            <a:xfrm>
              <a:off x="3130588" y="1749425"/>
              <a:ext cx="434975" cy="17891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7"/>
            <p:cNvSpPr>
              <a:spLocks/>
            </p:cNvSpPr>
            <p:nvPr/>
          </p:nvSpPr>
          <p:spPr bwMode="auto">
            <a:xfrm>
              <a:off x="830300" y="1749425"/>
              <a:ext cx="2203450" cy="1789112"/>
            </a:xfrm>
            <a:custGeom>
              <a:avLst/>
              <a:gdLst>
                <a:gd name="T0" fmla="*/ 573 w 1388"/>
                <a:gd name="T1" fmla="*/ 0 h 1127"/>
                <a:gd name="T2" fmla="*/ 0 w 1388"/>
                <a:gd name="T3" fmla="*/ 1127 h 1127"/>
                <a:gd name="T4" fmla="*/ 307 w 1388"/>
                <a:gd name="T5" fmla="*/ 1127 h 1127"/>
                <a:gd name="T6" fmla="*/ 401 w 1388"/>
                <a:gd name="T7" fmla="*/ 939 h 1127"/>
                <a:gd name="T8" fmla="*/ 864 w 1388"/>
                <a:gd name="T9" fmla="*/ 939 h 1127"/>
                <a:gd name="T10" fmla="*/ 749 w 1388"/>
                <a:gd name="T11" fmla="*/ 705 h 1127"/>
                <a:gd name="T12" fmla="*/ 516 w 1388"/>
                <a:gd name="T13" fmla="*/ 705 h 1127"/>
                <a:gd name="T14" fmla="*/ 688 w 1388"/>
                <a:gd name="T15" fmla="*/ 356 h 1127"/>
                <a:gd name="T16" fmla="*/ 692 w 1388"/>
                <a:gd name="T17" fmla="*/ 356 h 1127"/>
                <a:gd name="T18" fmla="*/ 1072 w 1388"/>
                <a:gd name="T19" fmla="*/ 1127 h 1127"/>
                <a:gd name="T20" fmla="*/ 1388 w 1388"/>
                <a:gd name="T21" fmla="*/ 1127 h 1127"/>
                <a:gd name="T22" fmla="*/ 815 w 1388"/>
                <a:gd name="T23" fmla="*/ 0 h 1127"/>
                <a:gd name="T24" fmla="*/ 573 w 1388"/>
                <a:gd name="T25" fmla="*/ 0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8" h="1127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8"/>
            <p:cNvSpPr>
              <a:spLocks noEditPoints="1"/>
            </p:cNvSpPr>
            <p:nvPr/>
          </p:nvSpPr>
          <p:spPr bwMode="auto">
            <a:xfrm>
              <a:off x="5670588" y="1749425"/>
              <a:ext cx="1670050" cy="1789112"/>
            </a:xfrm>
            <a:custGeom>
              <a:avLst/>
              <a:gdLst>
                <a:gd name="T0" fmla="*/ 213 w 257"/>
                <a:gd name="T1" fmla="*/ 133 h 275"/>
                <a:gd name="T2" fmla="*/ 245 w 257"/>
                <a:gd name="T3" fmla="*/ 75 h 275"/>
                <a:gd name="T4" fmla="*/ 157 w 257"/>
                <a:gd name="T5" fmla="*/ 0 h 275"/>
                <a:gd name="T6" fmla="*/ 0 w 257"/>
                <a:gd name="T7" fmla="*/ 0 h 275"/>
                <a:gd name="T8" fmla="*/ 0 w 257"/>
                <a:gd name="T9" fmla="*/ 275 h 275"/>
                <a:gd name="T10" fmla="*/ 163 w 257"/>
                <a:gd name="T11" fmla="*/ 275 h 275"/>
                <a:gd name="T12" fmla="*/ 257 w 257"/>
                <a:gd name="T13" fmla="*/ 198 h 275"/>
                <a:gd name="T14" fmla="*/ 213 w 257"/>
                <a:gd name="T15" fmla="*/ 133 h 275"/>
                <a:gd name="T16" fmla="*/ 67 w 257"/>
                <a:gd name="T17" fmla="*/ 59 h 275"/>
                <a:gd name="T18" fmla="*/ 157 w 257"/>
                <a:gd name="T19" fmla="*/ 59 h 275"/>
                <a:gd name="T20" fmla="*/ 180 w 257"/>
                <a:gd name="T21" fmla="*/ 83 h 275"/>
                <a:gd name="T22" fmla="*/ 156 w 257"/>
                <a:gd name="T23" fmla="*/ 107 h 275"/>
                <a:gd name="T24" fmla="*/ 67 w 257"/>
                <a:gd name="T25" fmla="*/ 107 h 275"/>
                <a:gd name="T26" fmla="*/ 67 w 257"/>
                <a:gd name="T27" fmla="*/ 59 h 275"/>
                <a:gd name="T28" fmla="*/ 158 w 257"/>
                <a:gd name="T29" fmla="*/ 218 h 275"/>
                <a:gd name="T30" fmla="*/ 67 w 257"/>
                <a:gd name="T31" fmla="*/ 218 h 275"/>
                <a:gd name="T32" fmla="*/ 67 w 257"/>
                <a:gd name="T33" fmla="*/ 162 h 275"/>
                <a:gd name="T34" fmla="*/ 158 w 257"/>
                <a:gd name="T35" fmla="*/ 162 h 275"/>
                <a:gd name="T36" fmla="*/ 187 w 257"/>
                <a:gd name="T37" fmla="*/ 189 h 275"/>
                <a:gd name="T38" fmla="*/ 158 w 257"/>
                <a:gd name="T39" fmla="*/ 218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7" h="275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9"/>
            <p:cNvSpPr>
              <a:spLocks/>
            </p:cNvSpPr>
            <p:nvPr/>
          </p:nvSpPr>
          <p:spPr bwMode="auto">
            <a:xfrm>
              <a:off x="7529550" y="1749425"/>
              <a:ext cx="1630363" cy="1828800"/>
            </a:xfrm>
            <a:custGeom>
              <a:avLst/>
              <a:gdLst>
                <a:gd name="T0" fmla="*/ 182 w 251"/>
                <a:gd name="T1" fmla="*/ 154 h 281"/>
                <a:gd name="T2" fmla="*/ 125 w 251"/>
                <a:gd name="T3" fmla="*/ 219 h 281"/>
                <a:gd name="T4" fmla="*/ 68 w 251"/>
                <a:gd name="T5" fmla="*/ 154 h 281"/>
                <a:gd name="T6" fmla="*/ 68 w 251"/>
                <a:gd name="T7" fmla="*/ 0 h 281"/>
                <a:gd name="T8" fmla="*/ 0 w 251"/>
                <a:gd name="T9" fmla="*/ 0 h 281"/>
                <a:gd name="T10" fmla="*/ 0 w 251"/>
                <a:gd name="T11" fmla="*/ 149 h 281"/>
                <a:gd name="T12" fmla="*/ 125 w 251"/>
                <a:gd name="T13" fmla="*/ 281 h 281"/>
                <a:gd name="T14" fmla="*/ 251 w 251"/>
                <a:gd name="T15" fmla="*/ 149 h 281"/>
                <a:gd name="T16" fmla="*/ 251 w 251"/>
                <a:gd name="T17" fmla="*/ 0 h 281"/>
                <a:gd name="T18" fmla="*/ 182 w 251"/>
                <a:gd name="T19" fmla="*/ 0 h 281"/>
                <a:gd name="T20" fmla="*/ 182 w 251"/>
                <a:gd name="T21" fmla="*/ 154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28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0"/>
            <p:cNvSpPr>
              <a:spLocks/>
            </p:cNvSpPr>
            <p:nvPr/>
          </p:nvSpPr>
          <p:spPr bwMode="auto">
            <a:xfrm>
              <a:off x="9309138" y="1716088"/>
              <a:ext cx="1579563" cy="1862137"/>
            </a:xfrm>
            <a:custGeom>
              <a:avLst/>
              <a:gdLst>
                <a:gd name="T0" fmla="*/ 156 w 243"/>
                <a:gd name="T1" fmla="*/ 115 h 286"/>
                <a:gd name="T2" fmla="*/ 78 w 243"/>
                <a:gd name="T3" fmla="*/ 80 h 286"/>
                <a:gd name="T4" fmla="*/ 121 w 243"/>
                <a:gd name="T5" fmla="*/ 59 h 286"/>
                <a:gd name="T6" fmla="*/ 216 w 243"/>
                <a:gd name="T7" fmla="*/ 81 h 286"/>
                <a:gd name="T8" fmla="*/ 237 w 243"/>
                <a:gd name="T9" fmla="*/ 25 h 286"/>
                <a:gd name="T10" fmla="*/ 122 w 243"/>
                <a:gd name="T11" fmla="*/ 0 h 286"/>
                <a:gd name="T12" fmla="*/ 11 w 243"/>
                <a:gd name="T13" fmla="*/ 82 h 286"/>
                <a:gd name="T14" fmla="*/ 109 w 243"/>
                <a:gd name="T15" fmla="*/ 168 h 286"/>
                <a:gd name="T16" fmla="*/ 174 w 243"/>
                <a:gd name="T17" fmla="*/ 202 h 286"/>
                <a:gd name="T18" fmla="*/ 130 w 243"/>
                <a:gd name="T19" fmla="*/ 226 h 286"/>
                <a:gd name="T20" fmla="*/ 20 w 243"/>
                <a:gd name="T21" fmla="*/ 199 h 286"/>
                <a:gd name="T22" fmla="*/ 0 w 243"/>
                <a:gd name="T23" fmla="*/ 257 h 286"/>
                <a:gd name="T24" fmla="*/ 132 w 243"/>
                <a:gd name="T25" fmla="*/ 286 h 286"/>
                <a:gd name="T26" fmla="*/ 243 w 243"/>
                <a:gd name="T27" fmla="*/ 200 h 286"/>
                <a:gd name="T28" fmla="*/ 156 w 243"/>
                <a:gd name="T29" fmla="*/ 115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" h="286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48581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alt customisable">
    <p:bg bwMode="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4"/>
          <p:cNvSpPr>
            <a:spLocks noChangeArrowheads="1"/>
          </p:cNvSpPr>
          <p:nvPr/>
        </p:nvSpPr>
        <p:spPr bwMode="gray">
          <a:xfrm>
            <a:off x="0" y="3625065"/>
            <a:ext cx="12192000" cy="3232951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361">
              <a:solidFill>
                <a:srgbClr val="000000"/>
              </a:solidFill>
            </a:endParaRPr>
          </a:p>
        </p:txBody>
      </p:sp>
      <p:grpSp>
        <p:nvGrpSpPr>
          <p:cNvPr id="20" name="Group 15"/>
          <p:cNvGrpSpPr>
            <a:grpSpLocks/>
          </p:cNvGrpSpPr>
          <p:nvPr/>
        </p:nvGrpSpPr>
        <p:grpSpPr bwMode="white">
          <a:xfrm>
            <a:off x="5430" y="3606831"/>
            <a:ext cx="12192000" cy="61997"/>
            <a:chOff x="3" y="1195"/>
            <a:chExt cx="6736" cy="68"/>
          </a:xfrm>
        </p:grpSpPr>
        <p:sp>
          <p:nvSpPr>
            <p:cNvPr id="21" name="Rectangle 16"/>
            <p:cNvSpPr>
              <a:spLocks noChangeArrowheads="1"/>
            </p:cNvSpPr>
            <p:nvPr/>
          </p:nvSpPr>
          <p:spPr bwMode="white">
            <a:xfrm>
              <a:off x="3" y="1195"/>
              <a:ext cx="6733" cy="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white">
            <a:xfrm>
              <a:off x="1829" y="1195"/>
              <a:ext cx="4910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</p:grpSp>
      <p:sp>
        <p:nvSpPr>
          <p:cNvPr id="23555" name="Rectangle 3"/>
          <p:cNvSpPr>
            <a:spLocks noGrp="1" noChangeArrowheads="1"/>
          </p:cNvSpPr>
          <p:nvPr>
            <p:ph type="ctrTitle" hasCustomPrompt="1"/>
          </p:nvPr>
        </p:nvSpPr>
        <p:spPr bwMode="white">
          <a:xfrm>
            <a:off x="3305016" y="4143314"/>
            <a:ext cx="6031344" cy="871200"/>
          </a:xfrm>
        </p:spPr>
        <p:txBody>
          <a:bodyPr anchor="b" anchorCtr="0"/>
          <a:lstStyle>
            <a:lvl1pPr>
              <a:lnSpc>
                <a:spcPct val="105000"/>
              </a:lnSpc>
              <a:defRPr sz="3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header</a:t>
            </a:r>
            <a:endParaRPr lang="de-DE" altLang="de-DE" noProof="0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subTitle" idx="1" hasCustomPrompt="1"/>
          </p:nvPr>
        </p:nvSpPr>
        <p:spPr bwMode="white">
          <a:xfrm>
            <a:off x="3305016" y="5077977"/>
            <a:ext cx="6031344" cy="678521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Master subtitle style</a:t>
            </a:r>
            <a:endParaRPr lang="de-DE" altLang="de-DE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305016" y="5936400"/>
            <a:ext cx="6031344" cy="792000"/>
          </a:xfrm>
        </p:spPr>
        <p:txBody>
          <a:bodyPr/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1" hasCustomPrompt="1"/>
          </p:nvPr>
        </p:nvSpPr>
        <p:spPr bwMode="gray">
          <a:xfrm>
            <a:off x="0" y="0"/>
            <a:ext cx="12192000" cy="3606831"/>
          </a:xfrm>
          <a:noFill/>
          <a:ln>
            <a:noFill/>
          </a:ln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Click icon to add picture</a:t>
            </a:r>
            <a:endParaRPr lang="en-GB" dirty="0"/>
          </a:p>
        </p:txBody>
      </p:sp>
      <p:grpSp>
        <p:nvGrpSpPr>
          <p:cNvPr id="13" name="Group 12"/>
          <p:cNvGrpSpPr>
            <a:grpSpLocks noChangeAspect="1"/>
          </p:cNvGrpSpPr>
          <p:nvPr/>
        </p:nvGrpSpPr>
        <p:grpSpPr>
          <a:xfrm>
            <a:off x="10614576" y="6254454"/>
            <a:ext cx="1332000" cy="246595"/>
            <a:chOff x="830300" y="1716088"/>
            <a:chExt cx="10058401" cy="1862137"/>
          </a:xfrm>
          <a:solidFill>
            <a:schemeClr val="bg1"/>
          </a:solidFill>
        </p:grpSpPr>
        <p:sp>
          <p:nvSpPr>
            <p:cNvPr id="14" name="Freeform 5"/>
            <p:cNvSpPr>
              <a:spLocks/>
            </p:cNvSpPr>
            <p:nvPr/>
          </p:nvSpPr>
          <p:spPr bwMode="auto">
            <a:xfrm>
              <a:off x="3857663" y="1749425"/>
              <a:ext cx="1604963" cy="1789112"/>
            </a:xfrm>
            <a:custGeom>
              <a:avLst/>
              <a:gdLst>
                <a:gd name="T0" fmla="*/ 247 w 247"/>
                <a:gd name="T1" fmla="*/ 93 h 275"/>
                <a:gd name="T2" fmla="*/ 142 w 247"/>
                <a:gd name="T3" fmla="*/ 0 h 275"/>
                <a:gd name="T4" fmla="*/ 0 w 247"/>
                <a:gd name="T5" fmla="*/ 0 h 275"/>
                <a:gd name="T6" fmla="*/ 0 w 247"/>
                <a:gd name="T7" fmla="*/ 275 h 275"/>
                <a:gd name="T8" fmla="*/ 67 w 247"/>
                <a:gd name="T9" fmla="*/ 275 h 275"/>
                <a:gd name="T10" fmla="*/ 67 w 247"/>
                <a:gd name="T11" fmla="*/ 60 h 275"/>
                <a:gd name="T12" fmla="*/ 143 w 247"/>
                <a:gd name="T13" fmla="*/ 60 h 275"/>
                <a:gd name="T14" fmla="*/ 181 w 247"/>
                <a:gd name="T15" fmla="*/ 94 h 275"/>
                <a:gd name="T16" fmla="*/ 142 w 247"/>
                <a:gd name="T17" fmla="*/ 128 h 275"/>
                <a:gd name="T18" fmla="*/ 77 w 247"/>
                <a:gd name="T19" fmla="*/ 128 h 275"/>
                <a:gd name="T20" fmla="*/ 169 w 247"/>
                <a:gd name="T21" fmla="*/ 275 h 275"/>
                <a:gd name="T22" fmla="*/ 246 w 247"/>
                <a:gd name="T23" fmla="*/ 275 h 275"/>
                <a:gd name="T24" fmla="*/ 183 w 247"/>
                <a:gd name="T25" fmla="*/ 177 h 275"/>
                <a:gd name="T26" fmla="*/ 247 w 247"/>
                <a:gd name="T27" fmla="*/ 93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75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Rectangle 6"/>
            <p:cNvSpPr>
              <a:spLocks noChangeArrowheads="1"/>
            </p:cNvSpPr>
            <p:nvPr/>
          </p:nvSpPr>
          <p:spPr bwMode="auto">
            <a:xfrm>
              <a:off x="3130588" y="1749425"/>
              <a:ext cx="434975" cy="17891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7"/>
            <p:cNvSpPr>
              <a:spLocks/>
            </p:cNvSpPr>
            <p:nvPr/>
          </p:nvSpPr>
          <p:spPr bwMode="auto">
            <a:xfrm>
              <a:off x="830300" y="1749425"/>
              <a:ext cx="2203450" cy="1789112"/>
            </a:xfrm>
            <a:custGeom>
              <a:avLst/>
              <a:gdLst>
                <a:gd name="T0" fmla="*/ 573 w 1388"/>
                <a:gd name="T1" fmla="*/ 0 h 1127"/>
                <a:gd name="T2" fmla="*/ 0 w 1388"/>
                <a:gd name="T3" fmla="*/ 1127 h 1127"/>
                <a:gd name="T4" fmla="*/ 307 w 1388"/>
                <a:gd name="T5" fmla="*/ 1127 h 1127"/>
                <a:gd name="T6" fmla="*/ 401 w 1388"/>
                <a:gd name="T7" fmla="*/ 939 h 1127"/>
                <a:gd name="T8" fmla="*/ 864 w 1388"/>
                <a:gd name="T9" fmla="*/ 939 h 1127"/>
                <a:gd name="T10" fmla="*/ 749 w 1388"/>
                <a:gd name="T11" fmla="*/ 705 h 1127"/>
                <a:gd name="T12" fmla="*/ 516 w 1388"/>
                <a:gd name="T13" fmla="*/ 705 h 1127"/>
                <a:gd name="T14" fmla="*/ 688 w 1388"/>
                <a:gd name="T15" fmla="*/ 356 h 1127"/>
                <a:gd name="T16" fmla="*/ 692 w 1388"/>
                <a:gd name="T17" fmla="*/ 356 h 1127"/>
                <a:gd name="T18" fmla="*/ 1072 w 1388"/>
                <a:gd name="T19" fmla="*/ 1127 h 1127"/>
                <a:gd name="T20" fmla="*/ 1388 w 1388"/>
                <a:gd name="T21" fmla="*/ 1127 h 1127"/>
                <a:gd name="T22" fmla="*/ 815 w 1388"/>
                <a:gd name="T23" fmla="*/ 0 h 1127"/>
                <a:gd name="T24" fmla="*/ 573 w 1388"/>
                <a:gd name="T25" fmla="*/ 0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8" h="1127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8"/>
            <p:cNvSpPr>
              <a:spLocks noEditPoints="1"/>
            </p:cNvSpPr>
            <p:nvPr/>
          </p:nvSpPr>
          <p:spPr bwMode="auto">
            <a:xfrm>
              <a:off x="5670588" y="1749425"/>
              <a:ext cx="1670050" cy="1789112"/>
            </a:xfrm>
            <a:custGeom>
              <a:avLst/>
              <a:gdLst>
                <a:gd name="T0" fmla="*/ 213 w 257"/>
                <a:gd name="T1" fmla="*/ 133 h 275"/>
                <a:gd name="T2" fmla="*/ 245 w 257"/>
                <a:gd name="T3" fmla="*/ 75 h 275"/>
                <a:gd name="T4" fmla="*/ 157 w 257"/>
                <a:gd name="T5" fmla="*/ 0 h 275"/>
                <a:gd name="T6" fmla="*/ 0 w 257"/>
                <a:gd name="T7" fmla="*/ 0 h 275"/>
                <a:gd name="T8" fmla="*/ 0 w 257"/>
                <a:gd name="T9" fmla="*/ 275 h 275"/>
                <a:gd name="T10" fmla="*/ 163 w 257"/>
                <a:gd name="T11" fmla="*/ 275 h 275"/>
                <a:gd name="T12" fmla="*/ 257 w 257"/>
                <a:gd name="T13" fmla="*/ 198 h 275"/>
                <a:gd name="T14" fmla="*/ 213 w 257"/>
                <a:gd name="T15" fmla="*/ 133 h 275"/>
                <a:gd name="T16" fmla="*/ 67 w 257"/>
                <a:gd name="T17" fmla="*/ 59 h 275"/>
                <a:gd name="T18" fmla="*/ 157 w 257"/>
                <a:gd name="T19" fmla="*/ 59 h 275"/>
                <a:gd name="T20" fmla="*/ 180 w 257"/>
                <a:gd name="T21" fmla="*/ 83 h 275"/>
                <a:gd name="T22" fmla="*/ 156 w 257"/>
                <a:gd name="T23" fmla="*/ 107 h 275"/>
                <a:gd name="T24" fmla="*/ 67 w 257"/>
                <a:gd name="T25" fmla="*/ 107 h 275"/>
                <a:gd name="T26" fmla="*/ 67 w 257"/>
                <a:gd name="T27" fmla="*/ 59 h 275"/>
                <a:gd name="T28" fmla="*/ 158 w 257"/>
                <a:gd name="T29" fmla="*/ 218 h 275"/>
                <a:gd name="T30" fmla="*/ 67 w 257"/>
                <a:gd name="T31" fmla="*/ 218 h 275"/>
                <a:gd name="T32" fmla="*/ 67 w 257"/>
                <a:gd name="T33" fmla="*/ 162 h 275"/>
                <a:gd name="T34" fmla="*/ 158 w 257"/>
                <a:gd name="T35" fmla="*/ 162 h 275"/>
                <a:gd name="T36" fmla="*/ 187 w 257"/>
                <a:gd name="T37" fmla="*/ 189 h 275"/>
                <a:gd name="T38" fmla="*/ 158 w 257"/>
                <a:gd name="T39" fmla="*/ 218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7" h="275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9"/>
            <p:cNvSpPr>
              <a:spLocks/>
            </p:cNvSpPr>
            <p:nvPr/>
          </p:nvSpPr>
          <p:spPr bwMode="auto">
            <a:xfrm>
              <a:off x="7529550" y="1749425"/>
              <a:ext cx="1630363" cy="1828800"/>
            </a:xfrm>
            <a:custGeom>
              <a:avLst/>
              <a:gdLst>
                <a:gd name="T0" fmla="*/ 182 w 251"/>
                <a:gd name="T1" fmla="*/ 154 h 281"/>
                <a:gd name="T2" fmla="*/ 125 w 251"/>
                <a:gd name="T3" fmla="*/ 219 h 281"/>
                <a:gd name="T4" fmla="*/ 68 w 251"/>
                <a:gd name="T5" fmla="*/ 154 h 281"/>
                <a:gd name="T6" fmla="*/ 68 w 251"/>
                <a:gd name="T7" fmla="*/ 0 h 281"/>
                <a:gd name="T8" fmla="*/ 0 w 251"/>
                <a:gd name="T9" fmla="*/ 0 h 281"/>
                <a:gd name="T10" fmla="*/ 0 w 251"/>
                <a:gd name="T11" fmla="*/ 149 h 281"/>
                <a:gd name="T12" fmla="*/ 125 w 251"/>
                <a:gd name="T13" fmla="*/ 281 h 281"/>
                <a:gd name="T14" fmla="*/ 251 w 251"/>
                <a:gd name="T15" fmla="*/ 149 h 281"/>
                <a:gd name="T16" fmla="*/ 251 w 251"/>
                <a:gd name="T17" fmla="*/ 0 h 281"/>
                <a:gd name="T18" fmla="*/ 182 w 251"/>
                <a:gd name="T19" fmla="*/ 0 h 281"/>
                <a:gd name="T20" fmla="*/ 182 w 251"/>
                <a:gd name="T21" fmla="*/ 154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28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3" name="Freeform 10"/>
            <p:cNvSpPr>
              <a:spLocks/>
            </p:cNvSpPr>
            <p:nvPr/>
          </p:nvSpPr>
          <p:spPr bwMode="auto">
            <a:xfrm>
              <a:off x="9309138" y="1716088"/>
              <a:ext cx="1579563" cy="1862137"/>
            </a:xfrm>
            <a:custGeom>
              <a:avLst/>
              <a:gdLst>
                <a:gd name="T0" fmla="*/ 156 w 243"/>
                <a:gd name="T1" fmla="*/ 115 h 286"/>
                <a:gd name="T2" fmla="*/ 78 w 243"/>
                <a:gd name="T3" fmla="*/ 80 h 286"/>
                <a:gd name="T4" fmla="*/ 121 w 243"/>
                <a:gd name="T5" fmla="*/ 59 h 286"/>
                <a:gd name="T6" fmla="*/ 216 w 243"/>
                <a:gd name="T7" fmla="*/ 81 h 286"/>
                <a:gd name="T8" fmla="*/ 237 w 243"/>
                <a:gd name="T9" fmla="*/ 25 h 286"/>
                <a:gd name="T10" fmla="*/ 122 w 243"/>
                <a:gd name="T11" fmla="*/ 0 h 286"/>
                <a:gd name="T12" fmla="*/ 11 w 243"/>
                <a:gd name="T13" fmla="*/ 82 h 286"/>
                <a:gd name="T14" fmla="*/ 109 w 243"/>
                <a:gd name="T15" fmla="*/ 168 h 286"/>
                <a:gd name="T16" fmla="*/ 174 w 243"/>
                <a:gd name="T17" fmla="*/ 202 h 286"/>
                <a:gd name="T18" fmla="*/ 130 w 243"/>
                <a:gd name="T19" fmla="*/ 226 h 286"/>
                <a:gd name="T20" fmla="*/ 20 w 243"/>
                <a:gd name="T21" fmla="*/ 199 h 286"/>
                <a:gd name="T22" fmla="*/ 0 w 243"/>
                <a:gd name="T23" fmla="*/ 257 h 286"/>
                <a:gd name="T24" fmla="*/ 132 w 243"/>
                <a:gd name="T25" fmla="*/ 286 h 286"/>
                <a:gd name="T26" fmla="*/ 243 w 243"/>
                <a:gd name="T27" fmla="*/ 200 h 286"/>
                <a:gd name="T28" fmla="*/ 156 w 243"/>
                <a:gd name="T29" fmla="*/ 115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" h="286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3497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" name="Rectangle 4"/>
          <p:cNvSpPr>
            <a:spLocks noChangeArrowheads="1"/>
          </p:cNvSpPr>
          <p:nvPr/>
        </p:nvSpPr>
        <p:spPr bwMode="gray">
          <a:xfrm>
            <a:off x="0" y="5424787"/>
            <a:ext cx="12192000" cy="1433213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de-DE" sz="1361">
              <a:solidFill>
                <a:srgbClr val="000000"/>
              </a:solidFill>
            </a:endParaRPr>
          </a:p>
        </p:txBody>
      </p:sp>
      <p:grpSp>
        <p:nvGrpSpPr>
          <p:cNvPr id="20" name="Group 15"/>
          <p:cNvGrpSpPr>
            <a:grpSpLocks/>
          </p:cNvGrpSpPr>
          <p:nvPr/>
        </p:nvGrpSpPr>
        <p:grpSpPr bwMode="white">
          <a:xfrm>
            <a:off x="0" y="5412023"/>
            <a:ext cx="12192000" cy="61996"/>
            <a:chOff x="0" y="3175"/>
            <a:chExt cx="6736" cy="68"/>
          </a:xfrm>
        </p:grpSpPr>
        <p:sp>
          <p:nvSpPr>
            <p:cNvPr id="21" name="Rectangle 16"/>
            <p:cNvSpPr>
              <a:spLocks noChangeArrowheads="1"/>
            </p:cNvSpPr>
            <p:nvPr/>
          </p:nvSpPr>
          <p:spPr bwMode="white">
            <a:xfrm>
              <a:off x="0" y="3175"/>
              <a:ext cx="6733" cy="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white">
            <a:xfrm>
              <a:off x="1826" y="3175"/>
              <a:ext cx="4910" cy="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de-DE" sz="1361">
                <a:solidFill>
                  <a:srgbClr val="000000"/>
                </a:solidFill>
              </a:endParaRPr>
            </a:p>
          </p:txBody>
        </p:sp>
      </p:grpSp>
      <p:sp>
        <p:nvSpPr>
          <p:cNvPr id="23555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3305016" y="3177694"/>
            <a:ext cx="6031344" cy="1343905"/>
          </a:xfrm>
        </p:spPr>
        <p:txBody>
          <a:bodyPr anchor="b"/>
          <a:lstStyle>
            <a:lvl1pPr>
              <a:lnSpc>
                <a:spcPct val="105000"/>
              </a:lnSpc>
              <a:defRPr sz="3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header</a:t>
            </a:r>
            <a:endParaRPr lang="de-DE" altLang="de-DE" noProof="0" dirty="0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3305016" y="4561676"/>
            <a:ext cx="6031344" cy="863111"/>
          </a:xfrm>
        </p:spPr>
        <p:txBody>
          <a:bodyPr anchor="t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altLang="de-DE" noProof="0" dirty="0"/>
              <a:t>Click to edit Master subtitle style</a:t>
            </a:r>
            <a:endParaRPr lang="de-DE" altLang="de-DE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305016" y="5937980"/>
            <a:ext cx="6031344" cy="793519"/>
          </a:xfrm>
        </p:spPr>
        <p:txBody>
          <a:bodyPr/>
          <a:lstStyle>
            <a:lvl1pPr marL="0" indent="0">
              <a:buNone/>
              <a:defRPr sz="13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/>
          <p:cNvGrpSpPr>
            <a:grpSpLocks noChangeAspect="1"/>
          </p:cNvGrpSpPr>
          <p:nvPr/>
        </p:nvGrpSpPr>
        <p:grpSpPr>
          <a:xfrm>
            <a:off x="10614576" y="6254454"/>
            <a:ext cx="1332000" cy="246595"/>
            <a:chOff x="830300" y="1716088"/>
            <a:chExt cx="10058401" cy="1862137"/>
          </a:xfrm>
          <a:solidFill>
            <a:schemeClr val="bg1"/>
          </a:solidFill>
        </p:grpSpPr>
        <p:sp>
          <p:nvSpPr>
            <p:cNvPr id="13" name="Freeform 5"/>
            <p:cNvSpPr>
              <a:spLocks/>
            </p:cNvSpPr>
            <p:nvPr/>
          </p:nvSpPr>
          <p:spPr bwMode="auto">
            <a:xfrm>
              <a:off x="3857663" y="1749425"/>
              <a:ext cx="1604963" cy="1789112"/>
            </a:xfrm>
            <a:custGeom>
              <a:avLst/>
              <a:gdLst>
                <a:gd name="T0" fmla="*/ 247 w 247"/>
                <a:gd name="T1" fmla="*/ 93 h 275"/>
                <a:gd name="T2" fmla="*/ 142 w 247"/>
                <a:gd name="T3" fmla="*/ 0 h 275"/>
                <a:gd name="T4" fmla="*/ 0 w 247"/>
                <a:gd name="T5" fmla="*/ 0 h 275"/>
                <a:gd name="T6" fmla="*/ 0 w 247"/>
                <a:gd name="T7" fmla="*/ 275 h 275"/>
                <a:gd name="T8" fmla="*/ 67 w 247"/>
                <a:gd name="T9" fmla="*/ 275 h 275"/>
                <a:gd name="T10" fmla="*/ 67 w 247"/>
                <a:gd name="T11" fmla="*/ 60 h 275"/>
                <a:gd name="T12" fmla="*/ 143 w 247"/>
                <a:gd name="T13" fmla="*/ 60 h 275"/>
                <a:gd name="T14" fmla="*/ 181 w 247"/>
                <a:gd name="T15" fmla="*/ 94 h 275"/>
                <a:gd name="T16" fmla="*/ 142 w 247"/>
                <a:gd name="T17" fmla="*/ 128 h 275"/>
                <a:gd name="T18" fmla="*/ 77 w 247"/>
                <a:gd name="T19" fmla="*/ 128 h 275"/>
                <a:gd name="T20" fmla="*/ 169 w 247"/>
                <a:gd name="T21" fmla="*/ 275 h 275"/>
                <a:gd name="T22" fmla="*/ 246 w 247"/>
                <a:gd name="T23" fmla="*/ 275 h 275"/>
                <a:gd name="T24" fmla="*/ 183 w 247"/>
                <a:gd name="T25" fmla="*/ 177 h 275"/>
                <a:gd name="T26" fmla="*/ 247 w 247"/>
                <a:gd name="T27" fmla="*/ 93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47" h="275">
                  <a:moveTo>
                    <a:pt x="247" y="93"/>
                  </a:moveTo>
                  <a:cubicBezTo>
                    <a:pt x="247" y="40"/>
                    <a:pt x="213" y="0"/>
                    <a:pt x="1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67" y="275"/>
                    <a:pt x="67" y="275"/>
                    <a:pt x="67" y="275"/>
                  </a:cubicBezTo>
                  <a:cubicBezTo>
                    <a:pt x="67" y="60"/>
                    <a:pt x="67" y="60"/>
                    <a:pt x="67" y="60"/>
                  </a:cubicBezTo>
                  <a:cubicBezTo>
                    <a:pt x="143" y="60"/>
                    <a:pt x="143" y="60"/>
                    <a:pt x="143" y="60"/>
                  </a:cubicBezTo>
                  <a:cubicBezTo>
                    <a:pt x="171" y="60"/>
                    <a:pt x="181" y="76"/>
                    <a:pt x="181" y="94"/>
                  </a:cubicBezTo>
                  <a:cubicBezTo>
                    <a:pt x="181" y="113"/>
                    <a:pt x="170" y="128"/>
                    <a:pt x="142" y="128"/>
                  </a:cubicBezTo>
                  <a:cubicBezTo>
                    <a:pt x="77" y="128"/>
                    <a:pt x="77" y="128"/>
                    <a:pt x="77" y="128"/>
                  </a:cubicBezTo>
                  <a:cubicBezTo>
                    <a:pt x="169" y="275"/>
                    <a:pt x="169" y="275"/>
                    <a:pt x="169" y="275"/>
                  </a:cubicBezTo>
                  <a:cubicBezTo>
                    <a:pt x="246" y="275"/>
                    <a:pt x="246" y="275"/>
                    <a:pt x="246" y="275"/>
                  </a:cubicBezTo>
                  <a:cubicBezTo>
                    <a:pt x="246" y="275"/>
                    <a:pt x="183" y="177"/>
                    <a:pt x="183" y="177"/>
                  </a:cubicBezTo>
                  <a:cubicBezTo>
                    <a:pt x="222" y="167"/>
                    <a:pt x="247" y="140"/>
                    <a:pt x="247" y="9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4" name="Rectangle 6"/>
            <p:cNvSpPr>
              <a:spLocks noChangeArrowheads="1"/>
            </p:cNvSpPr>
            <p:nvPr/>
          </p:nvSpPr>
          <p:spPr bwMode="auto">
            <a:xfrm>
              <a:off x="3130588" y="1749425"/>
              <a:ext cx="434975" cy="178911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5" name="Freeform 7"/>
            <p:cNvSpPr>
              <a:spLocks/>
            </p:cNvSpPr>
            <p:nvPr/>
          </p:nvSpPr>
          <p:spPr bwMode="auto">
            <a:xfrm>
              <a:off x="830300" y="1749425"/>
              <a:ext cx="2203450" cy="1789112"/>
            </a:xfrm>
            <a:custGeom>
              <a:avLst/>
              <a:gdLst>
                <a:gd name="T0" fmla="*/ 573 w 1388"/>
                <a:gd name="T1" fmla="*/ 0 h 1127"/>
                <a:gd name="T2" fmla="*/ 0 w 1388"/>
                <a:gd name="T3" fmla="*/ 1127 h 1127"/>
                <a:gd name="T4" fmla="*/ 307 w 1388"/>
                <a:gd name="T5" fmla="*/ 1127 h 1127"/>
                <a:gd name="T6" fmla="*/ 401 w 1388"/>
                <a:gd name="T7" fmla="*/ 939 h 1127"/>
                <a:gd name="T8" fmla="*/ 864 w 1388"/>
                <a:gd name="T9" fmla="*/ 939 h 1127"/>
                <a:gd name="T10" fmla="*/ 749 w 1388"/>
                <a:gd name="T11" fmla="*/ 705 h 1127"/>
                <a:gd name="T12" fmla="*/ 516 w 1388"/>
                <a:gd name="T13" fmla="*/ 705 h 1127"/>
                <a:gd name="T14" fmla="*/ 688 w 1388"/>
                <a:gd name="T15" fmla="*/ 356 h 1127"/>
                <a:gd name="T16" fmla="*/ 692 w 1388"/>
                <a:gd name="T17" fmla="*/ 356 h 1127"/>
                <a:gd name="T18" fmla="*/ 1072 w 1388"/>
                <a:gd name="T19" fmla="*/ 1127 h 1127"/>
                <a:gd name="T20" fmla="*/ 1388 w 1388"/>
                <a:gd name="T21" fmla="*/ 1127 h 1127"/>
                <a:gd name="T22" fmla="*/ 815 w 1388"/>
                <a:gd name="T23" fmla="*/ 0 h 1127"/>
                <a:gd name="T24" fmla="*/ 573 w 1388"/>
                <a:gd name="T25" fmla="*/ 0 h 1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88" h="1127">
                  <a:moveTo>
                    <a:pt x="573" y="0"/>
                  </a:moveTo>
                  <a:lnTo>
                    <a:pt x="0" y="1127"/>
                  </a:lnTo>
                  <a:lnTo>
                    <a:pt x="307" y="1127"/>
                  </a:lnTo>
                  <a:lnTo>
                    <a:pt x="401" y="939"/>
                  </a:lnTo>
                  <a:lnTo>
                    <a:pt x="864" y="939"/>
                  </a:lnTo>
                  <a:lnTo>
                    <a:pt x="749" y="705"/>
                  </a:lnTo>
                  <a:lnTo>
                    <a:pt x="516" y="705"/>
                  </a:lnTo>
                  <a:lnTo>
                    <a:pt x="688" y="356"/>
                  </a:lnTo>
                  <a:lnTo>
                    <a:pt x="692" y="356"/>
                  </a:lnTo>
                  <a:lnTo>
                    <a:pt x="1072" y="1127"/>
                  </a:lnTo>
                  <a:lnTo>
                    <a:pt x="1388" y="1127"/>
                  </a:lnTo>
                  <a:lnTo>
                    <a:pt x="815" y="0"/>
                  </a:lnTo>
                  <a:lnTo>
                    <a:pt x="573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5670588" y="1749425"/>
              <a:ext cx="1670050" cy="1789112"/>
            </a:xfrm>
            <a:custGeom>
              <a:avLst/>
              <a:gdLst>
                <a:gd name="T0" fmla="*/ 213 w 257"/>
                <a:gd name="T1" fmla="*/ 133 h 275"/>
                <a:gd name="T2" fmla="*/ 245 w 257"/>
                <a:gd name="T3" fmla="*/ 75 h 275"/>
                <a:gd name="T4" fmla="*/ 157 w 257"/>
                <a:gd name="T5" fmla="*/ 0 h 275"/>
                <a:gd name="T6" fmla="*/ 0 w 257"/>
                <a:gd name="T7" fmla="*/ 0 h 275"/>
                <a:gd name="T8" fmla="*/ 0 w 257"/>
                <a:gd name="T9" fmla="*/ 275 h 275"/>
                <a:gd name="T10" fmla="*/ 163 w 257"/>
                <a:gd name="T11" fmla="*/ 275 h 275"/>
                <a:gd name="T12" fmla="*/ 257 w 257"/>
                <a:gd name="T13" fmla="*/ 198 h 275"/>
                <a:gd name="T14" fmla="*/ 213 w 257"/>
                <a:gd name="T15" fmla="*/ 133 h 275"/>
                <a:gd name="T16" fmla="*/ 67 w 257"/>
                <a:gd name="T17" fmla="*/ 59 h 275"/>
                <a:gd name="T18" fmla="*/ 157 w 257"/>
                <a:gd name="T19" fmla="*/ 59 h 275"/>
                <a:gd name="T20" fmla="*/ 180 w 257"/>
                <a:gd name="T21" fmla="*/ 83 h 275"/>
                <a:gd name="T22" fmla="*/ 156 w 257"/>
                <a:gd name="T23" fmla="*/ 107 h 275"/>
                <a:gd name="T24" fmla="*/ 67 w 257"/>
                <a:gd name="T25" fmla="*/ 107 h 275"/>
                <a:gd name="T26" fmla="*/ 67 w 257"/>
                <a:gd name="T27" fmla="*/ 59 h 275"/>
                <a:gd name="T28" fmla="*/ 158 w 257"/>
                <a:gd name="T29" fmla="*/ 218 h 275"/>
                <a:gd name="T30" fmla="*/ 67 w 257"/>
                <a:gd name="T31" fmla="*/ 218 h 275"/>
                <a:gd name="T32" fmla="*/ 67 w 257"/>
                <a:gd name="T33" fmla="*/ 162 h 275"/>
                <a:gd name="T34" fmla="*/ 158 w 257"/>
                <a:gd name="T35" fmla="*/ 162 h 275"/>
                <a:gd name="T36" fmla="*/ 187 w 257"/>
                <a:gd name="T37" fmla="*/ 189 h 275"/>
                <a:gd name="T38" fmla="*/ 158 w 257"/>
                <a:gd name="T39" fmla="*/ 218 h 2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7" h="275">
                  <a:moveTo>
                    <a:pt x="213" y="133"/>
                  </a:moveTo>
                  <a:cubicBezTo>
                    <a:pt x="234" y="121"/>
                    <a:pt x="245" y="102"/>
                    <a:pt x="245" y="75"/>
                  </a:cubicBezTo>
                  <a:cubicBezTo>
                    <a:pt x="245" y="30"/>
                    <a:pt x="212" y="0"/>
                    <a:pt x="15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163" y="275"/>
                    <a:pt x="163" y="275"/>
                    <a:pt x="163" y="275"/>
                  </a:cubicBezTo>
                  <a:cubicBezTo>
                    <a:pt x="220" y="275"/>
                    <a:pt x="257" y="245"/>
                    <a:pt x="257" y="198"/>
                  </a:cubicBezTo>
                  <a:cubicBezTo>
                    <a:pt x="257" y="166"/>
                    <a:pt x="239" y="142"/>
                    <a:pt x="213" y="133"/>
                  </a:cubicBezTo>
                  <a:moveTo>
                    <a:pt x="67" y="59"/>
                  </a:moveTo>
                  <a:cubicBezTo>
                    <a:pt x="157" y="59"/>
                    <a:pt x="157" y="59"/>
                    <a:pt x="157" y="59"/>
                  </a:cubicBezTo>
                  <a:cubicBezTo>
                    <a:pt x="170" y="59"/>
                    <a:pt x="180" y="69"/>
                    <a:pt x="180" y="83"/>
                  </a:cubicBezTo>
                  <a:cubicBezTo>
                    <a:pt x="180" y="97"/>
                    <a:pt x="170" y="107"/>
                    <a:pt x="156" y="107"/>
                  </a:cubicBezTo>
                  <a:cubicBezTo>
                    <a:pt x="67" y="107"/>
                    <a:pt x="67" y="107"/>
                    <a:pt x="67" y="107"/>
                  </a:cubicBezTo>
                  <a:lnTo>
                    <a:pt x="67" y="59"/>
                  </a:lnTo>
                  <a:close/>
                  <a:moveTo>
                    <a:pt x="158" y="218"/>
                  </a:moveTo>
                  <a:cubicBezTo>
                    <a:pt x="67" y="218"/>
                    <a:pt x="67" y="218"/>
                    <a:pt x="67" y="218"/>
                  </a:cubicBezTo>
                  <a:cubicBezTo>
                    <a:pt x="67" y="162"/>
                    <a:pt x="67" y="162"/>
                    <a:pt x="67" y="162"/>
                  </a:cubicBezTo>
                  <a:cubicBezTo>
                    <a:pt x="158" y="162"/>
                    <a:pt x="158" y="162"/>
                    <a:pt x="158" y="162"/>
                  </a:cubicBezTo>
                  <a:cubicBezTo>
                    <a:pt x="175" y="162"/>
                    <a:pt x="187" y="173"/>
                    <a:pt x="187" y="189"/>
                  </a:cubicBezTo>
                  <a:cubicBezTo>
                    <a:pt x="187" y="206"/>
                    <a:pt x="175" y="218"/>
                    <a:pt x="158" y="21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7" name="Freeform 9"/>
            <p:cNvSpPr>
              <a:spLocks/>
            </p:cNvSpPr>
            <p:nvPr/>
          </p:nvSpPr>
          <p:spPr bwMode="auto">
            <a:xfrm>
              <a:off x="7529550" y="1749425"/>
              <a:ext cx="1630363" cy="1828800"/>
            </a:xfrm>
            <a:custGeom>
              <a:avLst/>
              <a:gdLst>
                <a:gd name="T0" fmla="*/ 182 w 251"/>
                <a:gd name="T1" fmla="*/ 154 h 281"/>
                <a:gd name="T2" fmla="*/ 125 w 251"/>
                <a:gd name="T3" fmla="*/ 219 h 281"/>
                <a:gd name="T4" fmla="*/ 68 w 251"/>
                <a:gd name="T5" fmla="*/ 154 h 281"/>
                <a:gd name="T6" fmla="*/ 68 w 251"/>
                <a:gd name="T7" fmla="*/ 0 h 281"/>
                <a:gd name="T8" fmla="*/ 0 w 251"/>
                <a:gd name="T9" fmla="*/ 0 h 281"/>
                <a:gd name="T10" fmla="*/ 0 w 251"/>
                <a:gd name="T11" fmla="*/ 149 h 281"/>
                <a:gd name="T12" fmla="*/ 125 w 251"/>
                <a:gd name="T13" fmla="*/ 281 h 281"/>
                <a:gd name="T14" fmla="*/ 251 w 251"/>
                <a:gd name="T15" fmla="*/ 149 h 281"/>
                <a:gd name="T16" fmla="*/ 251 w 251"/>
                <a:gd name="T17" fmla="*/ 0 h 281"/>
                <a:gd name="T18" fmla="*/ 182 w 251"/>
                <a:gd name="T19" fmla="*/ 0 h 281"/>
                <a:gd name="T20" fmla="*/ 182 w 251"/>
                <a:gd name="T21" fmla="*/ 154 h 2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51" h="281">
                  <a:moveTo>
                    <a:pt x="182" y="154"/>
                  </a:moveTo>
                  <a:cubicBezTo>
                    <a:pt x="182" y="196"/>
                    <a:pt x="163" y="219"/>
                    <a:pt x="125" y="219"/>
                  </a:cubicBezTo>
                  <a:cubicBezTo>
                    <a:pt x="87" y="219"/>
                    <a:pt x="68" y="196"/>
                    <a:pt x="68" y="154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234"/>
                    <a:pt x="44" y="281"/>
                    <a:pt x="125" y="281"/>
                  </a:cubicBezTo>
                  <a:cubicBezTo>
                    <a:pt x="206" y="281"/>
                    <a:pt x="251" y="234"/>
                    <a:pt x="251" y="149"/>
                  </a:cubicBezTo>
                  <a:cubicBezTo>
                    <a:pt x="251" y="0"/>
                    <a:pt x="251" y="0"/>
                    <a:pt x="251" y="0"/>
                  </a:cubicBezTo>
                  <a:cubicBezTo>
                    <a:pt x="182" y="0"/>
                    <a:pt x="182" y="0"/>
                    <a:pt x="182" y="0"/>
                  </a:cubicBezTo>
                  <a:lnTo>
                    <a:pt x="182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10"/>
            <p:cNvSpPr>
              <a:spLocks/>
            </p:cNvSpPr>
            <p:nvPr/>
          </p:nvSpPr>
          <p:spPr bwMode="auto">
            <a:xfrm>
              <a:off x="9309138" y="1716088"/>
              <a:ext cx="1579563" cy="1862137"/>
            </a:xfrm>
            <a:custGeom>
              <a:avLst/>
              <a:gdLst>
                <a:gd name="T0" fmla="*/ 156 w 243"/>
                <a:gd name="T1" fmla="*/ 115 h 286"/>
                <a:gd name="T2" fmla="*/ 78 w 243"/>
                <a:gd name="T3" fmla="*/ 80 h 286"/>
                <a:gd name="T4" fmla="*/ 121 w 243"/>
                <a:gd name="T5" fmla="*/ 59 h 286"/>
                <a:gd name="T6" fmla="*/ 216 w 243"/>
                <a:gd name="T7" fmla="*/ 81 h 286"/>
                <a:gd name="T8" fmla="*/ 237 w 243"/>
                <a:gd name="T9" fmla="*/ 25 h 286"/>
                <a:gd name="T10" fmla="*/ 122 w 243"/>
                <a:gd name="T11" fmla="*/ 0 h 286"/>
                <a:gd name="T12" fmla="*/ 11 w 243"/>
                <a:gd name="T13" fmla="*/ 82 h 286"/>
                <a:gd name="T14" fmla="*/ 109 w 243"/>
                <a:gd name="T15" fmla="*/ 168 h 286"/>
                <a:gd name="T16" fmla="*/ 174 w 243"/>
                <a:gd name="T17" fmla="*/ 202 h 286"/>
                <a:gd name="T18" fmla="*/ 130 w 243"/>
                <a:gd name="T19" fmla="*/ 226 h 286"/>
                <a:gd name="T20" fmla="*/ 20 w 243"/>
                <a:gd name="T21" fmla="*/ 199 h 286"/>
                <a:gd name="T22" fmla="*/ 0 w 243"/>
                <a:gd name="T23" fmla="*/ 257 h 286"/>
                <a:gd name="T24" fmla="*/ 132 w 243"/>
                <a:gd name="T25" fmla="*/ 286 h 286"/>
                <a:gd name="T26" fmla="*/ 243 w 243"/>
                <a:gd name="T27" fmla="*/ 200 h 286"/>
                <a:gd name="T28" fmla="*/ 156 w 243"/>
                <a:gd name="T29" fmla="*/ 115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43" h="286">
                  <a:moveTo>
                    <a:pt x="156" y="115"/>
                  </a:moveTo>
                  <a:cubicBezTo>
                    <a:pt x="92" y="99"/>
                    <a:pt x="78" y="98"/>
                    <a:pt x="78" y="80"/>
                  </a:cubicBezTo>
                  <a:cubicBezTo>
                    <a:pt x="78" y="65"/>
                    <a:pt x="94" y="59"/>
                    <a:pt x="121" y="59"/>
                  </a:cubicBezTo>
                  <a:cubicBezTo>
                    <a:pt x="157" y="59"/>
                    <a:pt x="195" y="67"/>
                    <a:pt x="216" y="81"/>
                  </a:cubicBezTo>
                  <a:cubicBezTo>
                    <a:pt x="237" y="25"/>
                    <a:pt x="237" y="25"/>
                    <a:pt x="237" y="25"/>
                  </a:cubicBezTo>
                  <a:cubicBezTo>
                    <a:pt x="210" y="10"/>
                    <a:pt x="169" y="0"/>
                    <a:pt x="122" y="0"/>
                  </a:cubicBezTo>
                  <a:cubicBezTo>
                    <a:pt x="51" y="0"/>
                    <a:pt x="11" y="35"/>
                    <a:pt x="11" y="82"/>
                  </a:cubicBezTo>
                  <a:cubicBezTo>
                    <a:pt x="11" y="133"/>
                    <a:pt x="41" y="154"/>
                    <a:pt x="109" y="168"/>
                  </a:cubicBezTo>
                  <a:cubicBezTo>
                    <a:pt x="162" y="180"/>
                    <a:pt x="174" y="187"/>
                    <a:pt x="174" y="202"/>
                  </a:cubicBezTo>
                  <a:cubicBezTo>
                    <a:pt x="174" y="218"/>
                    <a:pt x="159" y="226"/>
                    <a:pt x="130" y="226"/>
                  </a:cubicBezTo>
                  <a:cubicBezTo>
                    <a:pt x="88" y="226"/>
                    <a:pt x="51" y="215"/>
                    <a:pt x="20" y="199"/>
                  </a:cubicBezTo>
                  <a:cubicBezTo>
                    <a:pt x="0" y="257"/>
                    <a:pt x="0" y="257"/>
                    <a:pt x="0" y="257"/>
                  </a:cubicBezTo>
                  <a:cubicBezTo>
                    <a:pt x="33" y="275"/>
                    <a:pt x="82" y="286"/>
                    <a:pt x="132" y="286"/>
                  </a:cubicBezTo>
                  <a:cubicBezTo>
                    <a:pt x="201" y="286"/>
                    <a:pt x="243" y="254"/>
                    <a:pt x="243" y="200"/>
                  </a:cubicBezTo>
                  <a:cubicBezTo>
                    <a:pt x="243" y="157"/>
                    <a:pt x="215" y="129"/>
                    <a:pt x="156" y="115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4" name="Textplatzhalter 9"/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6252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800" y="1565944"/>
            <a:ext cx="112320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1574D9-B014-E54F-8C3D-90A1814E6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23" name="Footer Placeholder 7">
            <a:extLst>
              <a:ext uri="{FF2B5EF4-FFF2-40B4-BE49-F238E27FC236}">
                <a16:creationId xmlns:a16="http://schemas.microsoft.com/office/drawing/2014/main" id="{9DD08B7F-F2FF-214E-B028-0B1D4E224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47533C64-D06F-164D-971B-651E2BC870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28AA43B3-BA58-4644-B22D-270627B844DA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829703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862"/>
          <a:stretch/>
        </p:blipFill>
        <p:spPr>
          <a:xfrm>
            <a:off x="9144" y="6096"/>
            <a:ext cx="12195393" cy="5907342"/>
          </a:xfrm>
          <a:prstGeom prst="rect">
            <a:avLst/>
          </a:prstGeom>
        </p:spPr>
      </p:pic>
      <p:sp>
        <p:nvSpPr>
          <p:cNvPr id="9" name="Titel 1"/>
          <p:cNvSpPr>
            <a:spLocks noGrp="1"/>
          </p:cNvSpPr>
          <p:nvPr>
            <p:ph type="title" hasCustomPrompt="1"/>
          </p:nvPr>
        </p:nvSpPr>
        <p:spPr>
          <a:xfrm>
            <a:off x="479425" y="653691"/>
            <a:ext cx="11240174" cy="900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479425" y="1565998"/>
            <a:ext cx="5418347" cy="4347439"/>
          </a:xfrm>
        </p:spPr>
        <p:txBody>
          <a:bodyPr/>
          <a:lstStyle>
            <a:lvl1pPr marL="342000" indent="-342000">
              <a:lnSpc>
                <a:spcPct val="114000"/>
              </a:lnSpc>
              <a:buFont typeface="Arial" panose="020B0604020202020204" pitchFamily="34" charset="0"/>
              <a:buChar char="–"/>
              <a:defRPr sz="2500"/>
            </a:lvl1pPr>
            <a:lvl2pPr marL="717550" indent="-355600">
              <a:lnSpc>
                <a:spcPct val="114000"/>
              </a:lnSpc>
              <a:defRPr sz="2500"/>
            </a:lvl2pPr>
            <a:lvl3pPr marL="1079500" indent="-361950">
              <a:lnSpc>
                <a:spcPct val="114000"/>
              </a:lnSpc>
              <a:defRPr sz="2500"/>
            </a:lvl3pPr>
            <a:lvl4pPr marL="1435100" indent="-355600">
              <a:lnSpc>
                <a:spcPct val="114000"/>
              </a:lnSpc>
              <a:defRPr sz="2500"/>
            </a:lvl4pPr>
            <a:lvl5pPr marL="1797050" indent="-361950">
              <a:lnSpc>
                <a:spcPct val="114000"/>
              </a:lnSpc>
              <a:defRPr sz="2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1" name="Inhaltsplatzhalter 2"/>
          <p:cNvSpPr>
            <a:spLocks noGrp="1"/>
          </p:cNvSpPr>
          <p:nvPr>
            <p:ph idx="17" hasCustomPrompt="1"/>
          </p:nvPr>
        </p:nvSpPr>
        <p:spPr>
          <a:xfrm>
            <a:off x="6301252" y="1565999"/>
            <a:ext cx="5418347" cy="4347439"/>
          </a:xfrm>
        </p:spPr>
        <p:txBody>
          <a:bodyPr/>
          <a:lstStyle>
            <a:lvl1pPr marL="342000" indent="-342000">
              <a:lnSpc>
                <a:spcPct val="114000"/>
              </a:lnSpc>
              <a:buFont typeface="Arial" panose="020B0604020202020204" pitchFamily="34" charset="0"/>
              <a:buChar char="–"/>
              <a:defRPr sz="2500"/>
            </a:lvl1pPr>
            <a:lvl2pPr marL="717550" indent="-355600">
              <a:lnSpc>
                <a:spcPct val="114000"/>
              </a:lnSpc>
              <a:defRPr sz="2500"/>
            </a:lvl2pPr>
            <a:lvl3pPr marL="1079500" indent="-361950">
              <a:lnSpc>
                <a:spcPct val="114000"/>
              </a:lnSpc>
              <a:defRPr sz="2500"/>
            </a:lvl3pPr>
            <a:lvl4pPr marL="1435100" indent="-355600">
              <a:lnSpc>
                <a:spcPct val="114000"/>
              </a:lnSpc>
              <a:defRPr sz="2500"/>
            </a:lvl4pPr>
            <a:lvl5pPr marL="1797050" indent="-361950">
              <a:lnSpc>
                <a:spcPct val="114000"/>
              </a:lnSpc>
              <a:defRPr sz="2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27" name="Slide Number Placeholder 5">
            <a:extLst>
              <a:ext uri="{FF2B5EF4-FFF2-40B4-BE49-F238E27FC236}">
                <a16:creationId xmlns:a16="http://schemas.microsoft.com/office/drawing/2014/main" id="{7AABA1C8-B541-774F-9D56-F71179BA59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28" name="Footer Placeholder 7">
            <a:extLst>
              <a:ext uri="{FF2B5EF4-FFF2-40B4-BE49-F238E27FC236}">
                <a16:creationId xmlns:a16="http://schemas.microsoft.com/office/drawing/2014/main" id="{D2CCDCA3-286C-4D47-BA5A-BF47D56C01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89DEAD23-14B1-1041-8481-D2216C42E7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DDC6F200-5ECF-44B1-AD36-6B8583125272}" type="datetime1">
              <a:rPr lang="es-ES" noProof="0" smtClean="0"/>
              <a:t>08/02/2026</a:t>
            </a:fld>
            <a:endParaRPr lang="en-GB" noProof="0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7CB8C78B-2B3A-3D46-8FAC-D0A2283FB1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3772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9425" y="1565999"/>
            <a:ext cx="5418347" cy="43109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3" name="Inhaltsplatzhalter 2"/>
          <p:cNvSpPr>
            <a:spLocks noGrp="1"/>
          </p:cNvSpPr>
          <p:nvPr>
            <p:ph idx="17" hasCustomPrompt="1"/>
          </p:nvPr>
        </p:nvSpPr>
        <p:spPr>
          <a:xfrm>
            <a:off x="6301252" y="1565999"/>
            <a:ext cx="5418347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C4D36857-929A-BC49-A6BB-B31B62A1D0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C03E5337-0FC5-5546-BBA0-C2FF0DEDB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1" name="Date Placeholder 6">
            <a:extLst>
              <a:ext uri="{FF2B5EF4-FFF2-40B4-BE49-F238E27FC236}">
                <a16:creationId xmlns:a16="http://schemas.microsoft.com/office/drawing/2014/main" id="{4B8017F0-7D52-EE46-9D86-6AFAEE257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AB08730-9B97-460F-A27F-835BAB1CCB05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64723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9425" y="1565999"/>
            <a:ext cx="3600000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3" name="Inhaltsplatzhalter 2"/>
          <p:cNvSpPr>
            <a:spLocks noGrp="1"/>
          </p:cNvSpPr>
          <p:nvPr>
            <p:ph idx="17" hasCustomPrompt="1"/>
          </p:nvPr>
        </p:nvSpPr>
        <p:spPr>
          <a:xfrm>
            <a:off x="4294750" y="1565999"/>
            <a:ext cx="3600000" cy="43109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12" name="Inhaltsplatzhalter 2"/>
          <p:cNvSpPr>
            <a:spLocks noGrp="1"/>
          </p:cNvSpPr>
          <p:nvPr>
            <p:ph idx="18" hasCustomPrompt="1"/>
          </p:nvPr>
        </p:nvSpPr>
        <p:spPr>
          <a:xfrm>
            <a:off x="8117096" y="1569245"/>
            <a:ext cx="3600000" cy="43076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e-DE" dirty="0"/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C956BB3-8603-5A44-BE7E-99C59691C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1" name="Footer Placeholder 7">
            <a:extLst>
              <a:ext uri="{FF2B5EF4-FFF2-40B4-BE49-F238E27FC236}">
                <a16:creationId xmlns:a16="http://schemas.microsoft.com/office/drawing/2014/main" id="{A4912989-0AAD-B54A-A79C-C3D9DF8E14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2" name="Date Placeholder 6">
            <a:extLst>
              <a:ext uri="{FF2B5EF4-FFF2-40B4-BE49-F238E27FC236}">
                <a16:creationId xmlns:a16="http://schemas.microsoft.com/office/drawing/2014/main" id="{2E5B938F-8E07-4F46-8B60-14E31C21CC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399B745C-2B57-4874-844F-67A103961AF8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499152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">
    <p:bg bwMode="gray"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22" name="Bildplatzhalter 121">
            <a:extLst>
              <a:ext uri="{FF2B5EF4-FFF2-40B4-BE49-F238E27FC236}">
                <a16:creationId xmlns:a16="http://schemas.microsoft.com/office/drawing/2014/main" id="{3C3F02D8-7128-494F-9576-E9B7758B2F9E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0846793" y="6465066"/>
            <a:ext cx="1089504" cy="201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FDC0299-9721-DE42-83F7-A4BAE9D849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6078308E-3369-4248-B47D-B9E4B48FD7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99F148FA-66D3-0B40-9D16-594F7CFB7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E78B62E-99D7-4A35-9CDD-471D27CE7C15}" type="datetime1">
              <a:rPr lang="es-ES" noProof="0" smtClean="0"/>
              <a:t>08/02/2026</a:t>
            </a:fld>
            <a:endParaRPr lang="en-GB" noProof="0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A94CA693-B013-5F40-AB36-6B201D3E6DC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7857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- white logo">
    <p:bg bwMode="gray"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BBC72F3-43B9-A846-AFBF-2C02D072D4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6" name="Footer Placeholder 7">
            <a:extLst>
              <a:ext uri="{FF2B5EF4-FFF2-40B4-BE49-F238E27FC236}">
                <a16:creationId xmlns:a16="http://schemas.microsoft.com/office/drawing/2014/main" id="{E485CA81-90F3-254B-99D5-C353D885A6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EA0ED320-E4AE-624B-95BA-82C3ADD319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7E931ABF-2CC1-4E3E-ADDB-D6EB2E9FB4FC}" type="datetime1">
              <a:rPr lang="es-ES" noProof="0" smtClean="0"/>
              <a:t>08/02/2026</a:t>
            </a:fld>
            <a:endParaRPr lang="en-GB" noProof="0"/>
          </a:p>
        </p:txBody>
      </p:sp>
      <p:sp>
        <p:nvSpPr>
          <p:cNvPr id="8" name="Bildplatzhalter 121">
            <a:extLst>
              <a:ext uri="{FF2B5EF4-FFF2-40B4-BE49-F238E27FC236}">
                <a16:creationId xmlns:a16="http://schemas.microsoft.com/office/drawing/2014/main" id="{5AE2059C-6F02-D446-8F26-7940ACF89FED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10846793" y="6465066"/>
            <a:ext cx="1089504" cy="201600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dirty="0"/>
              <a:t> 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C7CE52BD-A64F-FE48-902F-29EF218328E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529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79425" y="1566001"/>
            <a:ext cx="5418000" cy="42284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Inhaltsplatzhalter 2"/>
          <p:cNvSpPr>
            <a:spLocks noGrp="1"/>
          </p:cNvSpPr>
          <p:nvPr>
            <p:ph idx="17" hasCustomPrompt="1"/>
          </p:nvPr>
        </p:nvSpPr>
        <p:spPr>
          <a:xfrm>
            <a:off x="6301252" y="1566000"/>
            <a:ext cx="5418347" cy="422841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479423" y="2060849"/>
            <a:ext cx="5418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6299397" y="2060848"/>
            <a:ext cx="5418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 hasCustomPrompt="1"/>
          </p:nvPr>
        </p:nvSpPr>
        <p:spPr>
          <a:xfrm>
            <a:off x="479425" y="5589240"/>
            <a:ext cx="5418138" cy="494060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6299397" y="5589240"/>
            <a:ext cx="5418138" cy="494060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D8CA4152-0EE4-F04F-8FFC-F3086644B4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3" name="Footer Placeholder 7">
            <a:extLst>
              <a:ext uri="{FF2B5EF4-FFF2-40B4-BE49-F238E27FC236}">
                <a16:creationId xmlns:a16="http://schemas.microsoft.com/office/drawing/2014/main" id="{2D724885-9764-2C43-B98B-27D34FD243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683454C8-8CFC-2447-87E3-FCED77F62A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747A444-8A91-490F-8060-C20D4D11B146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66786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15" name="Inhaltsplatzhalter 2"/>
          <p:cNvSpPr>
            <a:spLocks noGrp="1"/>
          </p:cNvSpPr>
          <p:nvPr>
            <p:ph idx="1" hasCustomPrompt="1"/>
          </p:nvPr>
        </p:nvSpPr>
        <p:spPr>
          <a:xfrm>
            <a:off x="481929" y="1566001"/>
            <a:ext cx="3600000" cy="42284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7" hasCustomPrompt="1"/>
          </p:nvPr>
        </p:nvSpPr>
        <p:spPr>
          <a:xfrm>
            <a:off x="4296000" y="1566000"/>
            <a:ext cx="3600000" cy="422841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8" hasCustomPrompt="1"/>
          </p:nvPr>
        </p:nvSpPr>
        <p:spPr>
          <a:xfrm>
            <a:off x="479425" y="2060849"/>
            <a:ext cx="3600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18" name="Picture Placeholder 4"/>
          <p:cNvSpPr>
            <a:spLocks noGrp="1"/>
          </p:cNvSpPr>
          <p:nvPr>
            <p:ph type="pic" sz="quarter" idx="19" hasCustomPrompt="1"/>
          </p:nvPr>
        </p:nvSpPr>
        <p:spPr>
          <a:xfrm>
            <a:off x="4294145" y="2060848"/>
            <a:ext cx="3600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1" name="Inhaltsplatzhalter 2"/>
          <p:cNvSpPr>
            <a:spLocks noGrp="1"/>
          </p:cNvSpPr>
          <p:nvPr>
            <p:ph idx="22" hasCustomPrompt="1"/>
          </p:nvPr>
        </p:nvSpPr>
        <p:spPr>
          <a:xfrm>
            <a:off x="8117741" y="1568369"/>
            <a:ext cx="3600000" cy="422841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3" hasCustomPrompt="1"/>
          </p:nvPr>
        </p:nvSpPr>
        <p:spPr>
          <a:xfrm>
            <a:off x="8115886" y="2063217"/>
            <a:ext cx="3600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479425" y="5592240"/>
            <a:ext cx="3600450" cy="491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4"/>
          <p:cNvSpPr>
            <a:spLocks noGrp="1"/>
          </p:cNvSpPr>
          <p:nvPr>
            <p:ph type="body" sz="quarter" idx="29" hasCustomPrompt="1"/>
          </p:nvPr>
        </p:nvSpPr>
        <p:spPr>
          <a:xfrm>
            <a:off x="4294145" y="5592240"/>
            <a:ext cx="3600450" cy="491060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endParaRPr lang="en-GB" dirty="0"/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30" hasCustomPrompt="1"/>
          </p:nvPr>
        </p:nvSpPr>
        <p:spPr>
          <a:xfrm>
            <a:off x="8117291" y="5592240"/>
            <a:ext cx="3600450" cy="49106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FB269B6B-638B-7046-AAC0-26E443A3D1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7" name="Footer Placeholder 7">
            <a:extLst>
              <a:ext uri="{FF2B5EF4-FFF2-40B4-BE49-F238E27FC236}">
                <a16:creationId xmlns:a16="http://schemas.microsoft.com/office/drawing/2014/main" id="{DB21A436-A933-8243-B85C-B9D8DBA752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8" name="Date Placeholder 6">
            <a:extLst>
              <a:ext uri="{FF2B5EF4-FFF2-40B4-BE49-F238E27FC236}">
                <a16:creationId xmlns:a16="http://schemas.microsoft.com/office/drawing/2014/main" id="{977FFDE9-2C50-AD43-9E8A-4EF495313D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5FAF592-31ED-4A4B-95FA-302DBF5B9983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53759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sidebar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345491" cy="6858000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9345600" y="0"/>
            <a:ext cx="2846509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9630834" y="2417713"/>
            <a:ext cx="2561166" cy="29114"/>
            <a:chOff x="9639300" y="2417713"/>
            <a:chExt cx="2561166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2561166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9630834" y="2764843"/>
            <a:ext cx="2301899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9630834" y="4834442"/>
            <a:ext cx="2301899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588" indent="0">
              <a:lnSpc>
                <a:spcPct val="9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630834" y="3656258"/>
            <a:ext cx="2301899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</a:p>
        </p:txBody>
      </p:sp>
      <p:cxnSp>
        <p:nvCxnSpPr>
          <p:cNvPr id="4" name="Straight Connector 3"/>
          <p:cNvCxnSpPr/>
          <p:nvPr/>
        </p:nvCxnSpPr>
        <p:spPr bwMode="gray">
          <a:xfrm>
            <a:off x="93454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9630000" y="657226"/>
            <a:ext cx="2455200" cy="1594800"/>
          </a:xfrm>
        </p:spPr>
        <p:txBody>
          <a:bodyPr anchor="b"/>
          <a:lstStyle>
            <a:lvl1pPr>
              <a:lnSpc>
                <a:spcPct val="90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74CCAA5-D979-7A4F-9702-A53638A01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3" name="Footer Placeholder 7">
            <a:extLst>
              <a:ext uri="{FF2B5EF4-FFF2-40B4-BE49-F238E27FC236}">
                <a16:creationId xmlns:a16="http://schemas.microsoft.com/office/drawing/2014/main" id="{A15212FA-49BF-4C40-8306-5BDD0471D6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11A126DB-7AF3-AD48-AE0C-8F9C32E048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58405F02-CD63-4D0D-8876-57BBAF48AA68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E30C93A0-FF78-6941-BABC-3210EC5ACA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5AFDD650-6301-0749-85C4-51396B5194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1354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, text and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9345492" y="0"/>
            <a:ext cx="2846508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9630834" y="2417713"/>
            <a:ext cx="2560707" cy="29114"/>
            <a:chOff x="9639300" y="2417713"/>
            <a:chExt cx="2560707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2560707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79425" y="654051"/>
            <a:ext cx="8580724" cy="9000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500">
                <a:solidFill>
                  <a:schemeClr val="tx2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header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9630834" y="2764843"/>
            <a:ext cx="2301899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9630834" y="4834442"/>
            <a:ext cx="2301899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588" indent="0">
              <a:lnSpc>
                <a:spcPct val="9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630834" y="3656258"/>
            <a:ext cx="2301899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588" indent="0">
              <a:lnSpc>
                <a:spcPct val="9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</a:p>
          <a:p>
            <a:pPr lvl="1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9630835" y="654051"/>
            <a:ext cx="2310366" cy="1594775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sp>
        <p:nvSpPr>
          <p:cNvPr id="18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800" y="1566000"/>
            <a:ext cx="4104000" cy="42284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Inhaltsplatzhalter 2"/>
          <p:cNvSpPr>
            <a:spLocks noGrp="1"/>
          </p:cNvSpPr>
          <p:nvPr>
            <p:ph idx="19" hasCustomPrompt="1"/>
          </p:nvPr>
        </p:nvSpPr>
        <p:spPr>
          <a:xfrm>
            <a:off x="4942800" y="1566000"/>
            <a:ext cx="4104000" cy="422841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479425" y="2060848"/>
            <a:ext cx="4104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sp>
        <p:nvSpPr>
          <p:cNvPr id="23" name="Picture Placeholder 4"/>
          <p:cNvSpPr>
            <a:spLocks noGrp="1"/>
          </p:cNvSpPr>
          <p:nvPr>
            <p:ph type="pic" sz="quarter" idx="21" hasCustomPrompt="1"/>
          </p:nvPr>
        </p:nvSpPr>
        <p:spPr>
          <a:xfrm>
            <a:off x="4942800" y="2060848"/>
            <a:ext cx="4104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cxnSp>
        <p:nvCxnSpPr>
          <p:cNvPr id="26" name="Straight Connector 25"/>
          <p:cNvCxnSpPr/>
          <p:nvPr/>
        </p:nvCxnSpPr>
        <p:spPr bwMode="gray">
          <a:xfrm>
            <a:off x="93454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595646"/>
            <a:ext cx="4103688" cy="487653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4"/>
          <p:cNvSpPr>
            <a:spLocks noGrp="1"/>
          </p:cNvSpPr>
          <p:nvPr>
            <p:ph type="body" sz="quarter" idx="25" hasCustomPrompt="1"/>
          </p:nvPr>
        </p:nvSpPr>
        <p:spPr>
          <a:xfrm>
            <a:off x="4942800" y="5595646"/>
            <a:ext cx="4103688" cy="487653"/>
          </a:xfrm>
        </p:spPr>
        <p:txBody>
          <a:bodyPr/>
          <a:lstStyle>
            <a:lvl1pPr marL="0" indent="0">
              <a:buNone/>
              <a:defRPr/>
            </a:lvl1pPr>
            <a:lvl2pPr marL="1800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Slide Number Placeholder 5">
            <a:extLst>
              <a:ext uri="{FF2B5EF4-FFF2-40B4-BE49-F238E27FC236}">
                <a16:creationId xmlns:a16="http://schemas.microsoft.com/office/drawing/2014/main" id="{87A7C795-2F56-0D45-BC78-FADC5A2FBA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41" name="Footer Placeholder 7">
            <a:extLst>
              <a:ext uri="{FF2B5EF4-FFF2-40B4-BE49-F238E27FC236}">
                <a16:creationId xmlns:a16="http://schemas.microsoft.com/office/drawing/2014/main" id="{49706F62-49B7-8347-B772-E6B697DB7D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42" name="Date Placeholder 6">
            <a:extLst>
              <a:ext uri="{FF2B5EF4-FFF2-40B4-BE49-F238E27FC236}">
                <a16:creationId xmlns:a16="http://schemas.microsoft.com/office/drawing/2014/main" id="{47EDB24C-4B4E-8146-8A54-ED7CEDE8C4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2048C15C-56FB-4105-9022-6B053323AC66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36" name="Grafik 35">
            <a:extLst>
              <a:ext uri="{FF2B5EF4-FFF2-40B4-BE49-F238E27FC236}">
                <a16:creationId xmlns:a16="http://schemas.microsoft.com/office/drawing/2014/main" id="{BC410874-2007-3942-B7B6-E96AA54903C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5634DDCD-1488-194F-8255-F945E0E5565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800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4" hasCustomPrompt="1"/>
          </p:nvPr>
        </p:nvSpPr>
        <p:spPr>
          <a:xfrm>
            <a:off x="479425" y="1566000"/>
            <a:ext cx="8577263" cy="45173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9345491" y="0"/>
            <a:ext cx="2846509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9630834" y="2417713"/>
            <a:ext cx="2561166" cy="29114"/>
            <a:chOff x="9639300" y="2417713"/>
            <a:chExt cx="2561166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2561166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78800" y="655200"/>
            <a:ext cx="8582400" cy="900113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500">
                <a:solidFill>
                  <a:schemeClr val="tx2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header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9630834" y="2764843"/>
            <a:ext cx="2301899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9630834" y="4834442"/>
            <a:ext cx="2301899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  <a:endParaRPr lang="en-GB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630834" y="3656258"/>
            <a:ext cx="2301899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588" indent="0">
              <a:lnSpc>
                <a:spcPct val="9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9630835" y="655200"/>
            <a:ext cx="2311200" cy="1594800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cxnSp>
        <p:nvCxnSpPr>
          <p:cNvPr id="18" name="Straight Connector 17"/>
          <p:cNvCxnSpPr/>
          <p:nvPr/>
        </p:nvCxnSpPr>
        <p:spPr bwMode="gray">
          <a:xfrm>
            <a:off x="93454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2E9F0914-A706-7847-B727-8C3C2B2A3F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4" name="Footer Placeholder 7">
            <a:extLst>
              <a:ext uri="{FF2B5EF4-FFF2-40B4-BE49-F238E27FC236}">
                <a16:creationId xmlns:a16="http://schemas.microsoft.com/office/drawing/2014/main" id="{FF8B5BBD-C7BC-E44B-BFD3-F82E267FB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33853FDE-F4CF-FA45-80EA-7ACB8BD39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AD68B5DC-189A-420A-AECE-EF1ED76EB421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0E2F65F4-67AD-B64C-BA87-127F7E6889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30068621-B924-2441-B6E6-6F2772176BE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82665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and wide sidebar"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0" y="0"/>
            <a:ext cx="65405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6540501" y="0"/>
            <a:ext cx="5651499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6825844" y="2417713"/>
            <a:ext cx="5366156" cy="29114"/>
            <a:chOff x="9639300" y="2417713"/>
            <a:chExt cx="5366156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5366156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825844" y="2764843"/>
            <a:ext cx="5090277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6825844" y="4834442"/>
            <a:ext cx="5090278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  <a:endParaRPr lang="en-GB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825844" y="3656258"/>
            <a:ext cx="5090278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588" indent="0">
              <a:lnSpc>
                <a:spcPct val="90000"/>
              </a:lnSpc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</a:p>
        </p:txBody>
      </p:sp>
      <p:cxnSp>
        <p:nvCxnSpPr>
          <p:cNvPr id="17" name="Straight Connector 16"/>
          <p:cNvCxnSpPr/>
          <p:nvPr/>
        </p:nvCxnSpPr>
        <p:spPr bwMode="gray">
          <a:xfrm>
            <a:off x="65387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825844" y="654847"/>
            <a:ext cx="5090277" cy="1584000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80E62B76-7239-3F41-8B23-14B30C0D28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3" name="Footer Placeholder 7">
            <a:extLst>
              <a:ext uri="{FF2B5EF4-FFF2-40B4-BE49-F238E27FC236}">
                <a16:creationId xmlns:a16="http://schemas.microsoft.com/office/drawing/2014/main" id="{E51577E5-FD91-A14E-94CE-34BA9F373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03858E08-86F3-6446-A271-DB00789B86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1C25AC9B-B502-45A1-BA4F-F2644A6F91D4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28" name="Grafik 27">
            <a:extLst>
              <a:ext uri="{FF2B5EF4-FFF2-40B4-BE49-F238E27FC236}">
                <a16:creationId xmlns:a16="http://schemas.microsoft.com/office/drawing/2014/main" id="{4C660CC1-0790-2440-AE0C-43694BAA360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10A15AE4-4179-C34A-8838-55FA0B7023F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0108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, text and wide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6540501" y="0"/>
            <a:ext cx="5651499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6825844" y="2417713"/>
            <a:ext cx="5366156" cy="29114"/>
            <a:chOff x="9639300" y="2417713"/>
            <a:chExt cx="5366156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5366156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78800" y="653368"/>
            <a:ext cx="5616000" cy="9000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500">
                <a:solidFill>
                  <a:schemeClr val="tx2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header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825844" y="2764843"/>
            <a:ext cx="5090277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6825844" y="4834442"/>
            <a:ext cx="5090278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  <a:endParaRPr lang="en-GB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825844" y="3656258"/>
            <a:ext cx="5090278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825844" y="653692"/>
            <a:ext cx="5090277" cy="1584000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sp>
        <p:nvSpPr>
          <p:cNvPr id="18" name="Inhaltsplatzhalter 2"/>
          <p:cNvSpPr>
            <a:spLocks noGrp="1"/>
          </p:cNvSpPr>
          <p:nvPr>
            <p:ph idx="1" hasCustomPrompt="1"/>
          </p:nvPr>
        </p:nvSpPr>
        <p:spPr>
          <a:xfrm>
            <a:off x="478800" y="1566001"/>
            <a:ext cx="5616000" cy="42284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479425" y="2060849"/>
            <a:ext cx="5616000" cy="34627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add picture</a:t>
            </a:r>
            <a:endParaRPr lang="en-GB" dirty="0"/>
          </a:p>
        </p:txBody>
      </p:sp>
      <p:cxnSp>
        <p:nvCxnSpPr>
          <p:cNvPr id="23" name="Straight Connector 22"/>
          <p:cNvCxnSpPr/>
          <p:nvPr/>
        </p:nvCxnSpPr>
        <p:spPr bwMode="gray">
          <a:xfrm>
            <a:off x="65387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4"/>
          <p:cNvSpPr>
            <a:spLocks noGrp="1"/>
          </p:cNvSpPr>
          <p:nvPr>
            <p:ph type="body" sz="quarter" idx="24" hasCustomPrompt="1"/>
          </p:nvPr>
        </p:nvSpPr>
        <p:spPr>
          <a:xfrm>
            <a:off x="479425" y="5595648"/>
            <a:ext cx="5616575" cy="487653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Slide Number Placeholder 5">
            <a:extLst>
              <a:ext uri="{FF2B5EF4-FFF2-40B4-BE49-F238E27FC236}">
                <a16:creationId xmlns:a16="http://schemas.microsoft.com/office/drawing/2014/main" id="{40EDFC90-97CE-A84F-9B3A-1E6750235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8" name="Footer Placeholder 7">
            <a:extLst>
              <a:ext uri="{FF2B5EF4-FFF2-40B4-BE49-F238E27FC236}">
                <a16:creationId xmlns:a16="http://schemas.microsoft.com/office/drawing/2014/main" id="{2BD11A50-3AA1-C44B-9E07-CF93102B9E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/>
          </a:p>
        </p:txBody>
      </p:sp>
      <p:sp>
        <p:nvSpPr>
          <p:cNvPr id="39" name="Date Placeholder 6">
            <a:extLst>
              <a:ext uri="{FF2B5EF4-FFF2-40B4-BE49-F238E27FC236}">
                <a16:creationId xmlns:a16="http://schemas.microsoft.com/office/drawing/2014/main" id="{A2A5DF93-6D3E-A84F-B52A-E68787A9A4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9C65166C-0915-48F0-A407-DB9CFC59D2E3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A26CAD24-880A-5B46-8690-2CB28F3D5C2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1F839222-848D-5347-AB13-4BF3399EF7B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16683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wide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 Shot 2016-11-11 at 09.55.03.png"/>
          <p:cNvPicPr>
            <a:picLocks noChangeAspect="1"/>
          </p:cNvPicPr>
          <p:nvPr/>
        </p:nvPicPr>
        <p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32400" y="6444000"/>
            <a:ext cx="1108800" cy="231001"/>
          </a:xfrm>
          <a:prstGeom prst="rect">
            <a:avLst/>
          </a:prstGeom>
        </p:spPr>
      </p:pic>
      <p:sp>
        <p:nvSpPr>
          <p:cNvPr id="12" name="Blue Bar"/>
          <p:cNvSpPr/>
          <p:nvPr/>
        </p:nvSpPr>
        <p:spPr bwMode="gray">
          <a:xfrm>
            <a:off x="6540501" y="0"/>
            <a:ext cx="5651499" cy="6858000"/>
          </a:xfrm>
          <a:prstGeom prst="rect">
            <a:avLst/>
          </a:prstGeom>
          <a:solidFill>
            <a:schemeClr val="tx2"/>
          </a:solidFill>
          <a:ln w="381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0000" tIns="62400" rIns="120000" bIns="62400" numCol="1" rtlCol="0" anchor="ctr" anchorCtr="0" compatLnSpc="1">
            <a:prstTxWarp prst="textNoShape">
              <a:avLst/>
            </a:prstTxWarp>
          </a:bodyPr>
          <a:lstStyle/>
          <a:p>
            <a:pPr algn="ctr" defTabSz="1219170">
              <a:lnSpc>
                <a:spcPct val="80000"/>
              </a:lnSpc>
              <a:spcBef>
                <a:spcPct val="50000"/>
              </a:spcBef>
            </a:pPr>
            <a:endParaRPr lang="en-US" sz="1867" dirty="0" err="1">
              <a:solidFill>
                <a:srgbClr val="FFFFFF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 bwMode="white">
          <a:xfrm>
            <a:off x="6825844" y="2417713"/>
            <a:ext cx="5366156" cy="29114"/>
            <a:chOff x="9639300" y="2417713"/>
            <a:chExt cx="5366156" cy="29114"/>
          </a:xfrm>
        </p:grpSpPr>
        <p:cxnSp>
          <p:nvCxnSpPr>
            <p:cNvPr id="15" name="Straight Connector 14"/>
            <p:cNvCxnSpPr/>
            <p:nvPr/>
          </p:nvCxnSpPr>
          <p:spPr bwMode="white">
            <a:xfrm>
              <a:off x="9639300" y="2417713"/>
              <a:ext cx="5366156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15"/>
            <p:cNvCxnSpPr/>
            <p:nvPr/>
          </p:nvCxnSpPr>
          <p:spPr bwMode="white">
            <a:xfrm>
              <a:off x="9639300" y="2446826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3" name="Text Placeholder 2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78800" y="655200"/>
            <a:ext cx="5616000" cy="900000"/>
          </a:xfrm>
        </p:spPr>
        <p:txBody>
          <a:bodyPr anchor="t"/>
          <a:lstStyle>
            <a:lvl1pPr marL="0" indent="0">
              <a:lnSpc>
                <a:spcPct val="110000"/>
              </a:lnSpc>
              <a:buNone/>
              <a:defRPr sz="2500">
                <a:solidFill>
                  <a:schemeClr val="tx2"/>
                </a:solidFill>
              </a:defRPr>
            </a:lvl1pPr>
            <a:lvl2pPr>
              <a:defRPr sz="3600">
                <a:solidFill>
                  <a:schemeClr val="bg1"/>
                </a:solidFill>
              </a:defRPr>
            </a:lvl2pPr>
            <a:lvl3pPr>
              <a:defRPr sz="3600">
                <a:solidFill>
                  <a:schemeClr val="bg1"/>
                </a:solidFill>
              </a:defRPr>
            </a:lvl3pPr>
            <a:lvl4pPr>
              <a:defRPr sz="3600">
                <a:solidFill>
                  <a:schemeClr val="bg1"/>
                </a:solidFill>
              </a:defRPr>
            </a:lvl4pPr>
            <a:lvl5pPr>
              <a:defRPr sz="3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header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6825844" y="2764843"/>
            <a:ext cx="5090277" cy="826953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1800"/>
              </a:spcAft>
              <a:buNone/>
              <a:defRPr sz="2100" baseline="0">
                <a:solidFill>
                  <a:schemeClr val="bg1"/>
                </a:solidFill>
              </a:defRPr>
            </a:lvl1pPr>
            <a:lvl2pPr>
              <a:lnSpc>
                <a:spcPct val="90000"/>
              </a:lnSpc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Up to two lines of optional text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6825844" y="4834442"/>
            <a:ext cx="5090278" cy="1151174"/>
          </a:xfrm>
        </p:spPr>
        <p:txBody>
          <a:bodyPr anchor="b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Optional footer here</a:t>
            </a:r>
            <a:endParaRPr lang="en-GB" dirty="0"/>
          </a:p>
        </p:txBody>
      </p:sp>
      <p:sp>
        <p:nvSpPr>
          <p:cNvPr id="21" name="Text Placeholder 5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6825844" y="3656258"/>
            <a:ext cx="5090278" cy="1113722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200" baseline="0">
                <a:solidFill>
                  <a:schemeClr val="bg1"/>
                </a:solidFill>
              </a:defRPr>
            </a:lvl1pPr>
            <a:lvl2pPr marL="173038" indent="-171450">
              <a:lnSpc>
                <a:spcPct val="90000"/>
              </a:lnSpc>
              <a:buFont typeface="Arial" panose="020B0604020202020204" pitchFamily="34" charset="0"/>
              <a:buChar char="–"/>
              <a:defRPr sz="1200">
                <a:solidFill>
                  <a:schemeClr val="bg1"/>
                </a:solidFill>
              </a:defRPr>
            </a:lvl2pPr>
            <a:lvl3pPr>
              <a:lnSpc>
                <a:spcPct val="90000"/>
              </a:lnSpc>
              <a:defRPr sz="1200">
                <a:solidFill>
                  <a:schemeClr val="bg1"/>
                </a:solidFill>
              </a:defRPr>
            </a:lvl3pPr>
            <a:lvl4pPr>
              <a:lnSpc>
                <a:spcPct val="9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9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This section can be used for copy text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6825845" y="653692"/>
            <a:ext cx="5115356" cy="1584000"/>
          </a:xfrm>
        </p:spPr>
        <p:txBody>
          <a:bodyPr anchor="b"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Your message up to 36pt</a:t>
            </a:r>
            <a:endParaRPr lang="en-GB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23" hasCustomPrompt="1"/>
          </p:nvPr>
        </p:nvSpPr>
        <p:spPr>
          <a:xfrm>
            <a:off x="478800" y="1565275"/>
            <a:ext cx="5616000" cy="43481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8" name="Straight Connector 17"/>
          <p:cNvCxnSpPr/>
          <p:nvPr/>
        </p:nvCxnSpPr>
        <p:spPr bwMode="gray">
          <a:xfrm>
            <a:off x="6538791" y="0"/>
            <a:ext cx="0" cy="68580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Slide Number Placeholder 5">
            <a:extLst>
              <a:ext uri="{FF2B5EF4-FFF2-40B4-BE49-F238E27FC236}">
                <a16:creationId xmlns:a16="http://schemas.microsoft.com/office/drawing/2014/main" id="{ED95B526-17D9-3B4E-8445-9A18151541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34" name="Footer Placeholder 7">
            <a:extLst>
              <a:ext uri="{FF2B5EF4-FFF2-40B4-BE49-F238E27FC236}">
                <a16:creationId xmlns:a16="http://schemas.microsoft.com/office/drawing/2014/main" id="{0D7E0F02-D159-7143-8965-E9B7347FB6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BBBDBB54-D8FB-CC43-B82C-773E55F8F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6F384A70-E0B0-48A9-A68B-DF13BB9A6F23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29" name="Grafik 28">
            <a:extLst>
              <a:ext uri="{FF2B5EF4-FFF2-40B4-BE49-F238E27FC236}">
                <a16:creationId xmlns:a16="http://schemas.microsoft.com/office/drawing/2014/main" id="{FBEA9E44-2FD2-FF45-B103-812C9BF159F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4D8A0ED3-9BF8-E149-A600-699D05AE46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37131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773"/>
          <a:stretch/>
        </p:blipFill>
        <p:spPr>
          <a:xfrm>
            <a:off x="0" y="0"/>
            <a:ext cx="12192000" cy="5913438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905794" y="2054627"/>
            <a:ext cx="7158758" cy="1372321"/>
          </a:xfrm>
        </p:spPr>
        <p:txBody>
          <a:bodyPr anchor="b" anchorCtr="0"/>
          <a:lstStyle>
            <a:lvl1pPr>
              <a:lnSpc>
                <a:spcPct val="11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header</a:t>
            </a:r>
            <a:endParaRPr lang="de-DE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905794" y="3430829"/>
            <a:ext cx="7156802" cy="70961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285FAD57-10F1-F843-B631-1BD155B517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23" name="Footer Placeholder 7">
            <a:extLst>
              <a:ext uri="{FF2B5EF4-FFF2-40B4-BE49-F238E27FC236}">
                <a16:creationId xmlns:a16="http://schemas.microsoft.com/office/drawing/2014/main" id="{088581E2-0310-494C-B516-A4C0F58F05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/>
          </a:p>
        </p:txBody>
      </p:sp>
      <p:sp>
        <p:nvSpPr>
          <p:cNvPr id="24" name="Date Placeholder 6">
            <a:extLst>
              <a:ext uri="{FF2B5EF4-FFF2-40B4-BE49-F238E27FC236}">
                <a16:creationId xmlns:a16="http://schemas.microsoft.com/office/drawing/2014/main" id="{6836EC2A-71E5-144E-8F19-4B1FE55ED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9794CE8-0DDB-4ACF-9550-D12C80E37A6A}" type="datetime1">
              <a:rPr lang="es-ES" noProof="0" smtClean="0"/>
              <a:t>08/02/2026</a:t>
            </a:fld>
            <a:endParaRPr lang="en-GB" noProof="0"/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AFEC34C5-680B-F448-A990-41888E72333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5750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header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1EC9B1F-A460-2E46-9CFD-3EBBD53917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94D3100C-0124-7640-8EE9-13087CE40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/>
          </a:p>
        </p:txBody>
      </p: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886FA287-9FCA-A54B-A53B-475443BE77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F5443816-D45F-41AC-95B0-DA9E470752AE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8520642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93B3C7C-C5E8-AF45-9C58-72C360643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3FEE734F-06D0-154F-BD7D-BE35C6D20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80E3C4D2-65AD-D245-B956-DF7CBAE05A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14C6B1B0-CD30-49A4-A516-4F5A7EF412EA}" type="datetime1">
              <a:rPr lang="es-ES" noProof="0" smtClean="0"/>
              <a:t>08/02/2026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163599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 with copyright/disclaim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ThankYou_Grid_Portrait.png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51848"/>
            <a:ext cx="12193200" cy="4672454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886247" y="2966527"/>
            <a:ext cx="6507180" cy="45592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25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/>
              <a:t>Click to edit header</a:t>
            </a:r>
          </a:p>
        </p:txBody>
      </p:sp>
      <p:grpSp>
        <p:nvGrpSpPr>
          <p:cNvPr id="13" name="Group 12"/>
          <p:cNvGrpSpPr/>
          <p:nvPr/>
        </p:nvGrpSpPr>
        <p:grpSpPr bwMode="black">
          <a:xfrm>
            <a:off x="0" y="2746980"/>
            <a:ext cx="12193200" cy="61997"/>
            <a:chOff x="0" y="3606831"/>
            <a:chExt cx="12193200" cy="61997"/>
          </a:xfrm>
        </p:grpSpPr>
        <p:sp>
          <p:nvSpPr>
            <p:cNvPr id="11" name="Rectangle 16"/>
            <p:cNvSpPr>
              <a:spLocks noChangeArrowheads="1"/>
            </p:cNvSpPr>
            <p:nvPr/>
          </p:nvSpPr>
          <p:spPr bwMode="black">
            <a:xfrm>
              <a:off x="0" y="3606831"/>
              <a:ext cx="12193200" cy="209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61" noProof="0">
                <a:solidFill>
                  <a:srgbClr val="000000"/>
                </a:solidFill>
              </a:endParaRPr>
            </a:p>
          </p:txBody>
        </p:sp>
        <p:sp>
          <p:nvSpPr>
            <p:cNvPr id="12" name="Rectangle 17"/>
            <p:cNvSpPr>
              <a:spLocks noChangeArrowheads="1"/>
            </p:cNvSpPr>
            <p:nvPr/>
          </p:nvSpPr>
          <p:spPr bwMode="black">
            <a:xfrm>
              <a:off x="3886247" y="3606831"/>
              <a:ext cx="8305753" cy="6199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GB" sz="1361" noProof="0">
                <a:solidFill>
                  <a:srgbClr val="000000"/>
                </a:solidFill>
              </a:endParaRPr>
            </a:p>
          </p:txBody>
        </p:sp>
      </p:grpSp>
      <p:sp>
        <p:nvSpPr>
          <p:cNvPr id="16" name="Text Placeholder 15"/>
          <p:cNvSpPr>
            <a:spLocks noGrp="1"/>
          </p:cNvSpPr>
          <p:nvPr>
            <p:ph type="body" sz="quarter" idx="15" hasCustomPrompt="1"/>
          </p:nvPr>
        </p:nvSpPr>
        <p:spPr>
          <a:xfrm>
            <a:off x="3886246" y="3688108"/>
            <a:ext cx="6362985" cy="902940"/>
          </a:xfrm>
        </p:spPr>
        <p:txBody>
          <a:bodyPr anchor="t" anchorCtr="0"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noProof="0" dirty="0">
                <a:latin typeface="Arial" pitchFamily="34" charset="0"/>
                <a:cs typeface="Arial" pitchFamily="34" charset="0"/>
              </a:rPr>
              <a:t>This document and all information contained herein is the sole property of </a:t>
            </a:r>
            <a:r>
              <a:rPr lang="en-GB" altLang="de-DE" noProof="0" dirty="0"/>
              <a:t>Airbus</a:t>
            </a:r>
            <a:r>
              <a:rPr lang="en-GB" noProof="0" dirty="0">
                <a:latin typeface="Arial" pitchFamily="34" charset="0"/>
                <a:cs typeface="Arial" pitchFamily="34" charset="0"/>
              </a:rPr>
              <a:t>. No intellectual property rights are granted by the delivery of this document or the disclosure of its content. This document shall not be reproduced or disclosed to a third party without the expressed written consent of Airbus. This document and its content shall not be used for any purpose other than that for which it is supplied.</a:t>
            </a:r>
          </a:p>
          <a:p>
            <a:pPr fontAlgn="base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GB" noProof="0" dirty="0">
                <a:latin typeface="Arial" pitchFamily="34" charset="0"/>
                <a:cs typeface="Arial" pitchFamily="34" charset="0"/>
              </a:rPr>
              <a:t>Airbus, it’s logo and product names are registered trademarks.</a:t>
            </a:r>
            <a:endParaRPr lang="en-GB" noProof="0" dirty="0"/>
          </a:p>
        </p:txBody>
      </p:sp>
      <p:sp>
        <p:nvSpPr>
          <p:cNvPr id="23" name="Footer Placeholder 7">
            <a:extLst>
              <a:ext uri="{FF2B5EF4-FFF2-40B4-BE49-F238E27FC236}">
                <a16:creationId xmlns:a16="http://schemas.microsoft.com/office/drawing/2014/main" id="{B578D7B8-8CD0-114A-B062-7EDDCBBD40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86246" y="3479728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/>
              <a:t>Real Time Video Object Tracking </a:t>
            </a:r>
            <a:endParaRPr lang="en-GB" noProof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F3ED459-00FF-2445-AD86-D062F4CBB0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46794" y="6465066"/>
            <a:ext cx="1089501" cy="202063"/>
          </a:xfrm>
          <a:prstGeom prst="rect">
            <a:avLst/>
          </a:prstGeom>
        </p:spPr>
      </p:pic>
      <p:sp>
        <p:nvSpPr>
          <p:cNvPr id="15" name="Textplatzhalter 9">
            <a:extLst>
              <a:ext uri="{FF2B5EF4-FFF2-40B4-BE49-F238E27FC236}">
                <a16:creationId xmlns:a16="http://schemas.microsoft.com/office/drawing/2014/main" id="{4E95C557-1A31-7B49-8DD3-FFE9BA7BE3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8604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8800" y="655200"/>
            <a:ext cx="11232000" cy="90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Click to edit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8800" y="1558800"/>
            <a:ext cx="11232000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8800" y="6444000"/>
            <a:ext cx="288000" cy="216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100000"/>
              </a:lnSpc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7C2003-2E6E-4ABC-B270-3E95A87ADF8A}" type="slidenum">
              <a:rPr lang="en-GB" noProof="0" smtClean="0"/>
              <a:t>‹Nº›</a:t>
            </a:fld>
            <a:endParaRPr lang="en-GB" noProof="0"/>
          </a:p>
        </p:txBody>
      </p:sp>
      <p:sp>
        <p:nvSpPr>
          <p:cNvPr id="11" name="Footer Placeholder 7">
            <a:extLst>
              <a:ext uri="{FF2B5EF4-FFF2-40B4-BE49-F238E27FC236}">
                <a16:creationId xmlns:a16="http://schemas.microsoft.com/office/drawing/2014/main" id="{C2B1E3EC-7F55-FF45-8A53-536899C2B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75614" y="6444000"/>
            <a:ext cx="7002626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algn="l" defTabSz="914400" rtl="0" eaLnBrk="1" latinLnBrk="0" hangingPunct="1">
              <a:defRPr lang="en-GB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noProof="0">
                <a:solidFill>
                  <a:srgbClr val="000000">
                    <a:tint val="75000"/>
                  </a:srgbClr>
                </a:solidFill>
              </a:rPr>
              <a:t>Real Time Video Object Tracking </a:t>
            </a:r>
            <a:endParaRPr lang="en-GB" noProof="0" dirty="0"/>
          </a:p>
        </p:txBody>
      </p:sp>
      <p:sp>
        <p:nvSpPr>
          <p:cNvPr id="13" name="Date Placeholder 6">
            <a:extLst>
              <a:ext uri="{FF2B5EF4-FFF2-40B4-BE49-F238E27FC236}">
                <a16:creationId xmlns:a16="http://schemas.microsoft.com/office/drawing/2014/main" id="{BE6A2417-4C79-B54C-B28A-78D1DF7B8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7280" y="6444000"/>
            <a:ext cx="947855" cy="216000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defRPr lang="de-DE" sz="800" kern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18F0C2C0-66B3-458E-B26C-D84FCAD0F4F6}" type="datetime1">
              <a:rPr lang="es-ES" noProof="0" smtClean="0"/>
              <a:t>08/02/2026</a:t>
            </a:fld>
            <a:endParaRPr lang="en-GB" noProof="0"/>
          </a:p>
        </p:txBody>
      </p:sp>
      <p:pic>
        <p:nvPicPr>
          <p:cNvPr id="7" name="Grafik 6" descr="Ein Bild, das Monitor, Computer, sitzend, Bildschirm enthält.&#10;&#10;Automatisch generierte Beschreibung">
            <a:extLst>
              <a:ext uri="{FF2B5EF4-FFF2-40B4-BE49-F238E27FC236}">
                <a16:creationId xmlns:a16="http://schemas.microsoft.com/office/drawing/2014/main" id="{689FF9B3-DA39-B143-8F7A-179A7DB0FA65}"/>
              </a:ext>
            </a:extLst>
          </p:cNvPr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793" y="6465066"/>
            <a:ext cx="1089504" cy="202063"/>
          </a:xfrm>
          <a:prstGeom prst="rect">
            <a:avLst/>
          </a:prstGeom>
        </p:spPr>
      </p:pic>
      <p:sp>
        <p:nvSpPr>
          <p:cNvPr id="8" name="Textplatzhalter 9">
            <a:extLst>
              <a:ext uri="{FF2B5EF4-FFF2-40B4-BE49-F238E27FC236}">
                <a16:creationId xmlns:a16="http://schemas.microsoft.com/office/drawing/2014/main" id="{533564D3-0D9D-C746-BF2A-694C00EFBDE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004550" y="341313"/>
            <a:ext cx="920750" cy="14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lnSpc>
                <a:spcPct val="113000"/>
              </a:lnSpc>
              <a:buFont typeface="Arial" charset="0"/>
              <a:buChar char="•"/>
              <a:defRPr sz="1500">
                <a:solidFill>
                  <a:srgbClr val="595959"/>
                </a:solidFill>
                <a:latin typeface="Arial" charset="0"/>
              </a:defRPr>
            </a:lvl1pPr>
            <a:lvl2pPr marL="35877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2pPr>
            <a:lvl3pPr marL="539750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3pPr>
            <a:lvl4pPr marL="719138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4pPr>
            <a:lvl5pPr marL="898525" indent="-179388">
              <a:lnSpc>
                <a:spcPct val="113000"/>
              </a:lnSpc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5pPr>
            <a:lvl6pPr marL="13557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6pPr>
            <a:lvl7pPr marL="18129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7pPr>
            <a:lvl8pPr marL="22701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8pPr>
            <a:lvl9pPr marL="2727325" indent="-179388" eaLnBrk="0" fontAlgn="base" hangingPunct="0">
              <a:lnSpc>
                <a:spcPct val="113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–"/>
              <a:defRPr sz="1500">
                <a:solidFill>
                  <a:srgbClr val="595959"/>
                </a:solidFill>
                <a:latin typeface="Arial" charset="0"/>
              </a:defRPr>
            </a:lvl9pPr>
          </a:lstStyle>
          <a:p>
            <a:pPr algn="r" eaLnBrk="1" hangingPunct="1">
              <a:buFont typeface="Arial" charset="0"/>
              <a:buNone/>
            </a:pPr>
            <a:r>
              <a:rPr lang="de-DE" altLang="de-DE" sz="900" b="1" dirty="0">
                <a:solidFill>
                  <a:srgbClr val="FF9900"/>
                </a:solidFill>
              </a:rPr>
              <a:t>Airbus Amber</a:t>
            </a:r>
            <a:endParaRPr lang="en-GB" altLang="de-DE" sz="900" b="1" dirty="0">
              <a:solidFill>
                <a:srgbClr val="FF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9792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81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</p:sldLayoutIdLst>
  <p:hf hdr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25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0795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126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144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1620000" indent="-180000" algn="l" defTabSz="914400" rtl="0" eaLnBrk="1" latinLnBrk="0" hangingPunct="1">
        <a:lnSpc>
          <a:spcPct val="113000"/>
        </a:lnSpc>
        <a:spcBef>
          <a:spcPts val="0"/>
        </a:spcBef>
        <a:buFont typeface="Arial" panose="020B0604020202020204" pitchFamily="34" charset="0"/>
        <a:buChar char="–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14">
          <p15:clr>
            <a:srgbClr val="F26B43"/>
          </p15:clr>
        </p15:guide>
        <p15:guide id="2" orient="horz" pos="981">
          <p15:clr>
            <a:srgbClr val="F26B43"/>
          </p15:clr>
        </p15:guide>
        <p15:guide id="3" orient="horz" pos="3725">
          <p15:clr>
            <a:srgbClr val="F26B43"/>
          </p15:clr>
        </p15:guide>
        <p15:guide id="4" pos="302">
          <p15:clr>
            <a:srgbClr val="F26B43"/>
          </p15:clr>
        </p15:guide>
        <p15:guide id="5" pos="737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8880" y="3078634"/>
            <a:ext cx="7057980" cy="1343905"/>
          </a:xfrm>
        </p:spPr>
        <p:txBody>
          <a:bodyPr/>
          <a:lstStyle/>
          <a:p>
            <a:r>
              <a:rPr lang="en-GB" sz="4000" dirty="0"/>
              <a:t>Real-time video object tracking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68880" y="4500716"/>
            <a:ext cx="6031344" cy="863111"/>
          </a:xfrm>
        </p:spPr>
        <p:txBody>
          <a:bodyPr/>
          <a:lstStyle/>
          <a:p>
            <a:r>
              <a:rPr lang="en-GB" dirty="0"/>
              <a:t>Computer Vision Prototype for Aircraft Localization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Medina García, Kevin</a:t>
            </a:r>
          </a:p>
          <a:p>
            <a:r>
              <a:rPr lang="en-GB" dirty="0"/>
              <a:t>09 February 2026</a:t>
            </a:r>
          </a:p>
        </p:txBody>
      </p:sp>
    </p:spTree>
    <p:extLst>
      <p:ext uri="{BB962C8B-B14F-4D97-AF65-F5344CB8AC3E}">
        <p14:creationId xmlns:p14="http://schemas.microsoft.com/office/powerpoint/2010/main" val="2991286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C62B8-6EC4-6DBC-70A6-BA0C6B9E2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6B0F6-DE68-5B26-B64B-1A2500994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dirty="0"/>
              <a:t>Context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CED63F3-036C-CBE5-7620-9B586C27F2C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dirty="0"/>
              <a:t>Problem Statement and Project Objectives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234A1D-C833-5DBB-A446-C0324DDD9F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DA920D-502A-DCCB-4D01-978FD35718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69FE3A-63DC-7CE1-7A8C-9E629B5838B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6CD4122-3E06-4586-81C8-C6949BD410DF}" type="datetime1">
              <a:rPr lang="es-ES" smtClean="0"/>
              <a:t>08/02/2026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845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CBC2B-2D4E-19D4-9183-3BBCD50C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B4202-1955-C8D6-B4CE-14E2765C7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2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F5C2-1D30-3EDF-224A-68092B041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EBE13-09CB-20D7-369E-A884CE2969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671D632F-0686-4884-9684-7FAD18DDAA34}" type="datetime1">
              <a:rPr lang="es-ES" smtClean="0"/>
              <a:t>08/02/2026</a:t>
            </a:fld>
            <a:endParaRPr lang="en-GB"/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909359BD-E337-47D1-6FD6-5FC08A961AD4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2326814" y="1756313"/>
            <a:ext cx="2298538" cy="3314466"/>
            <a:chOff x="469900" y="3782843"/>
            <a:chExt cx="1868111" cy="2706711"/>
          </a:xfrm>
        </p:grpSpPr>
        <p:sp>
          <p:nvSpPr>
            <p:cNvPr id="3" name="TextBox 19">
              <a:extLst>
                <a:ext uri="{FF2B5EF4-FFF2-40B4-BE49-F238E27FC236}">
                  <a16:creationId xmlns:a16="http://schemas.microsoft.com/office/drawing/2014/main" id="{E3E8D82F-854D-F648-94AB-281451025AF2}"/>
                </a:ext>
              </a:extLst>
            </p:cNvPr>
            <p:cNvSpPr txBox="1"/>
            <p:nvPr/>
          </p:nvSpPr>
          <p:spPr bwMode="gray">
            <a:xfrm>
              <a:off x="469900" y="3788642"/>
              <a:ext cx="513532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2000" b="1" dirty="0">
                  <a:solidFill>
                    <a:schemeClr val="tx2"/>
                  </a:solidFill>
                </a:rPr>
                <a:t>01</a:t>
              </a:r>
            </a:p>
          </p:txBody>
        </p:sp>
        <p:sp>
          <p:nvSpPr>
            <p:cNvPr id="7" name="TextBox 20">
              <a:extLst>
                <a:ext uri="{FF2B5EF4-FFF2-40B4-BE49-F238E27FC236}">
                  <a16:creationId xmlns:a16="http://schemas.microsoft.com/office/drawing/2014/main" id="{14775D4A-739F-FC42-EEF8-465E8FB6F27B}"/>
                </a:ext>
              </a:extLst>
            </p:cNvPr>
            <p:cNvSpPr txBox="1"/>
            <p:nvPr/>
          </p:nvSpPr>
          <p:spPr bwMode="gray">
            <a:xfrm>
              <a:off x="469900" y="4149079"/>
              <a:ext cx="1800000" cy="234047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txBody>
            <a:bodyPr wrap="square" tIns="144000" bIns="46800" rtlCol="0">
              <a:noAutofit/>
            </a:bodyPr>
            <a:lstStyle/>
            <a:p>
              <a:pPr marL="144000" indent="-144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Offline post-processing of flight test video sequences</a:t>
              </a:r>
            </a:p>
            <a:p>
              <a:pPr marL="144000" indent="-144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Operators manually select critical aircraft points: nose, antennas, etc.</a:t>
              </a:r>
            </a:p>
            <a:p>
              <a:pPr>
                <a:lnSpc>
                  <a:spcPct val="90000"/>
                </a:lnSpc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Used to calculate the closure rate (</a:t>
              </a:r>
              <a:r>
                <a:rPr lang="en-GB" sz="1400" i="1" dirty="0" err="1">
                  <a:solidFill>
                    <a:schemeClr val="bg1">
                      <a:lumMod val="50000"/>
                    </a:schemeClr>
                  </a:solidFill>
                </a:rPr>
                <a:t>Cv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) during air-to-air refueling maneuvers</a:t>
              </a:r>
            </a:p>
          </p:txBody>
        </p:sp>
        <p:sp>
          <p:nvSpPr>
            <p:cNvPr id="8" name="TextBox 21">
              <a:extLst>
                <a:ext uri="{FF2B5EF4-FFF2-40B4-BE49-F238E27FC236}">
                  <a16:creationId xmlns:a16="http://schemas.microsoft.com/office/drawing/2014/main" id="{91685183-5DFF-17EE-BEB0-ABC1BB6123EB}"/>
                </a:ext>
              </a:extLst>
            </p:cNvPr>
            <p:cNvSpPr txBox="1"/>
            <p:nvPr/>
          </p:nvSpPr>
          <p:spPr bwMode="gray">
            <a:xfrm>
              <a:off x="943373" y="3782843"/>
              <a:ext cx="1394638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1400" b="1" dirty="0">
                  <a:solidFill>
                    <a:schemeClr val="tx2"/>
                  </a:solidFill>
                </a:rPr>
                <a:t>Current Situation</a:t>
              </a:r>
            </a:p>
          </p:txBody>
        </p:sp>
        <p:cxnSp>
          <p:nvCxnSpPr>
            <p:cNvPr id="9" name="Straight Connector 22">
              <a:extLst>
                <a:ext uri="{FF2B5EF4-FFF2-40B4-BE49-F238E27FC236}">
                  <a16:creationId xmlns:a16="http://schemas.microsoft.com/office/drawing/2014/main" id="{34C3162E-3A29-30E4-65D3-0CAE84C616A3}"/>
                </a:ext>
              </a:extLst>
            </p:cNvPr>
            <p:cNvCxnSpPr/>
            <p:nvPr/>
          </p:nvCxnSpPr>
          <p:spPr bwMode="gray">
            <a:xfrm>
              <a:off x="469900" y="4149079"/>
              <a:ext cx="1800000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0" name="Straight Connector 23">
              <a:extLst>
                <a:ext uri="{FF2B5EF4-FFF2-40B4-BE49-F238E27FC236}">
                  <a16:creationId xmlns:a16="http://schemas.microsoft.com/office/drawing/2014/main" id="{FF74E52C-B397-DE6C-2533-140C126B22F5}"/>
                </a:ext>
              </a:extLst>
            </p:cNvPr>
            <p:cNvCxnSpPr/>
            <p:nvPr/>
          </p:nvCxnSpPr>
          <p:spPr bwMode="gray">
            <a:xfrm>
              <a:off x="977974" y="4178361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chemeClr val="tx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Group 24">
            <a:extLst>
              <a:ext uri="{FF2B5EF4-FFF2-40B4-BE49-F238E27FC236}">
                <a16:creationId xmlns:a16="http://schemas.microsoft.com/office/drawing/2014/main" id="{7FF3C7DA-9FB5-5143-DA51-F16F15A3C4D9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4984537" y="1787221"/>
            <a:ext cx="2355899" cy="3283558"/>
            <a:chOff x="469900" y="3788642"/>
            <a:chExt cx="1914730" cy="2947356"/>
          </a:xfrm>
        </p:grpSpPr>
        <p:sp>
          <p:nvSpPr>
            <p:cNvPr id="12" name="TextBox 25">
              <a:extLst>
                <a:ext uri="{FF2B5EF4-FFF2-40B4-BE49-F238E27FC236}">
                  <a16:creationId xmlns:a16="http://schemas.microsoft.com/office/drawing/2014/main" id="{F03AC0CC-176A-C29E-F1B5-F061E84442D1}"/>
                </a:ext>
              </a:extLst>
            </p:cNvPr>
            <p:cNvSpPr txBox="1"/>
            <p:nvPr/>
          </p:nvSpPr>
          <p:spPr bwMode="gray">
            <a:xfrm>
              <a:off x="469900" y="3788642"/>
              <a:ext cx="513532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2000" b="1" dirty="0">
                  <a:solidFill>
                    <a:srgbClr val="00205B"/>
                  </a:solidFill>
                </a:rPr>
                <a:t>02</a:t>
              </a:r>
            </a:p>
          </p:txBody>
        </p:sp>
        <p:sp>
          <p:nvSpPr>
            <p:cNvPr id="13" name="TextBox 26">
              <a:extLst>
                <a:ext uri="{FF2B5EF4-FFF2-40B4-BE49-F238E27FC236}">
                  <a16:creationId xmlns:a16="http://schemas.microsoft.com/office/drawing/2014/main" id="{754861E6-D926-5D43-FEDC-CD49BC64E349}"/>
                </a:ext>
              </a:extLst>
            </p:cNvPr>
            <p:cNvSpPr txBox="1"/>
            <p:nvPr/>
          </p:nvSpPr>
          <p:spPr bwMode="gray">
            <a:xfrm>
              <a:off x="469900" y="4149079"/>
              <a:ext cx="1800000" cy="25869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txBody>
            <a:bodyPr wrap="square" tIns="144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This process is time-consuming, operator-dependent and not scalable.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Tracking 2D points under variable lightning, perspective changes and partial occlusions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Not compatible with real-time operation workflows</a:t>
              </a:r>
            </a:p>
          </p:txBody>
        </p:sp>
        <p:sp>
          <p:nvSpPr>
            <p:cNvPr id="14" name="TextBox 27">
              <a:extLst>
                <a:ext uri="{FF2B5EF4-FFF2-40B4-BE49-F238E27FC236}">
                  <a16:creationId xmlns:a16="http://schemas.microsoft.com/office/drawing/2014/main" id="{ED81021C-AFE4-A432-7967-061EE917D531}"/>
                </a:ext>
              </a:extLst>
            </p:cNvPr>
            <p:cNvSpPr txBox="1"/>
            <p:nvPr/>
          </p:nvSpPr>
          <p:spPr bwMode="gray">
            <a:xfrm>
              <a:off x="896754" y="3788642"/>
              <a:ext cx="1487876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1400" b="1" dirty="0">
                  <a:solidFill>
                    <a:srgbClr val="00205B"/>
                  </a:solidFill>
                </a:rPr>
                <a:t>Problem Statement</a:t>
              </a:r>
            </a:p>
          </p:txBody>
        </p:sp>
        <p:cxnSp>
          <p:nvCxnSpPr>
            <p:cNvPr id="15" name="Straight Connector 28">
              <a:extLst>
                <a:ext uri="{FF2B5EF4-FFF2-40B4-BE49-F238E27FC236}">
                  <a16:creationId xmlns:a16="http://schemas.microsoft.com/office/drawing/2014/main" id="{1ED66E87-CA9A-A9AE-BFC3-6CE040D53552}"/>
                </a:ext>
              </a:extLst>
            </p:cNvPr>
            <p:cNvCxnSpPr/>
            <p:nvPr/>
          </p:nvCxnSpPr>
          <p:spPr bwMode="gray">
            <a:xfrm>
              <a:off x="469900" y="4149079"/>
              <a:ext cx="1800000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rgbClr val="00205B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Straight Connector 29">
              <a:extLst>
                <a:ext uri="{FF2B5EF4-FFF2-40B4-BE49-F238E27FC236}">
                  <a16:creationId xmlns:a16="http://schemas.microsoft.com/office/drawing/2014/main" id="{221A54AA-4AC5-8D32-160F-9BBCA628EB6F}"/>
                </a:ext>
              </a:extLst>
            </p:cNvPr>
            <p:cNvCxnSpPr/>
            <p:nvPr/>
          </p:nvCxnSpPr>
          <p:spPr bwMode="gray">
            <a:xfrm>
              <a:off x="977974" y="4178361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00205B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7" name="Group 30">
            <a:extLst>
              <a:ext uri="{FF2B5EF4-FFF2-40B4-BE49-F238E27FC236}">
                <a16:creationId xmlns:a16="http://schemas.microsoft.com/office/drawing/2014/main" id="{DDE88866-7FC1-CC62-6214-11D433CA92EB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7642260" y="1763414"/>
            <a:ext cx="2289965" cy="3299278"/>
            <a:chOff x="469900" y="3788642"/>
            <a:chExt cx="1861144" cy="2596990"/>
          </a:xfrm>
        </p:grpSpPr>
        <p:sp>
          <p:nvSpPr>
            <p:cNvPr id="18" name="TextBox 31">
              <a:extLst>
                <a:ext uri="{FF2B5EF4-FFF2-40B4-BE49-F238E27FC236}">
                  <a16:creationId xmlns:a16="http://schemas.microsoft.com/office/drawing/2014/main" id="{019C9FB4-541B-9C2C-5F05-FF8DF9F38B00}"/>
                </a:ext>
              </a:extLst>
            </p:cNvPr>
            <p:cNvSpPr txBox="1"/>
            <p:nvPr/>
          </p:nvSpPr>
          <p:spPr bwMode="gray">
            <a:xfrm>
              <a:off x="469900" y="3788642"/>
              <a:ext cx="513532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2000" b="1" dirty="0">
                  <a:solidFill>
                    <a:srgbClr val="00205B"/>
                  </a:solidFill>
                </a:rPr>
                <a:t>03</a:t>
              </a:r>
            </a:p>
          </p:txBody>
        </p:sp>
        <p:sp>
          <p:nvSpPr>
            <p:cNvPr id="19" name="TextBox 32">
              <a:extLst>
                <a:ext uri="{FF2B5EF4-FFF2-40B4-BE49-F238E27FC236}">
                  <a16:creationId xmlns:a16="http://schemas.microsoft.com/office/drawing/2014/main" id="{19BCBCD1-9954-2EF5-E289-2D6A65F99337}"/>
                </a:ext>
              </a:extLst>
            </p:cNvPr>
            <p:cNvSpPr txBox="1"/>
            <p:nvPr/>
          </p:nvSpPr>
          <p:spPr bwMode="gray">
            <a:xfrm>
              <a:off x="469900" y="4149079"/>
              <a:ext cx="1800000" cy="223655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noFill/>
            </a:ln>
          </p:spPr>
          <p:txBody>
            <a:bodyPr wrap="square" tIns="144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Automatically detect and localize critical aircraft keypoints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Replace manual post-processing with an automated workflow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Develop a real-time object tracking prototype 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20" name="TextBox 33">
              <a:extLst>
                <a:ext uri="{FF2B5EF4-FFF2-40B4-BE49-F238E27FC236}">
                  <a16:creationId xmlns:a16="http://schemas.microsoft.com/office/drawing/2014/main" id="{866130F9-90F0-CC93-7B4F-AA6CDB4E6D5E}"/>
                </a:ext>
              </a:extLst>
            </p:cNvPr>
            <p:cNvSpPr txBox="1"/>
            <p:nvPr/>
          </p:nvSpPr>
          <p:spPr bwMode="gray">
            <a:xfrm>
              <a:off x="916069" y="3788642"/>
              <a:ext cx="1414975" cy="360438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tIns="0" bIns="0" rtlCol="0" anchor="ctr">
              <a:noAutofit/>
            </a:bodyPr>
            <a:lstStyle/>
            <a:p>
              <a:pPr algn="l">
                <a:lnSpc>
                  <a:spcPct val="90000"/>
                </a:lnSpc>
              </a:pPr>
              <a:r>
                <a:rPr lang="en-GB" sz="1400" b="1" dirty="0">
                  <a:solidFill>
                    <a:srgbClr val="00205B"/>
                  </a:solidFill>
                </a:rPr>
                <a:t>Project Objectives</a:t>
              </a:r>
            </a:p>
          </p:txBody>
        </p:sp>
        <p:cxnSp>
          <p:nvCxnSpPr>
            <p:cNvPr id="21" name="Straight Connector 34">
              <a:extLst>
                <a:ext uri="{FF2B5EF4-FFF2-40B4-BE49-F238E27FC236}">
                  <a16:creationId xmlns:a16="http://schemas.microsoft.com/office/drawing/2014/main" id="{873E80A7-AAFE-CFCA-E739-14860AA90706}"/>
                </a:ext>
              </a:extLst>
            </p:cNvPr>
            <p:cNvCxnSpPr/>
            <p:nvPr/>
          </p:nvCxnSpPr>
          <p:spPr bwMode="gray">
            <a:xfrm>
              <a:off x="469900" y="4149079"/>
              <a:ext cx="1800000" cy="0"/>
            </a:xfrm>
            <a:prstGeom prst="line">
              <a:avLst/>
            </a:prstGeom>
            <a:solidFill>
              <a:schemeClr val="bg1"/>
            </a:solidFill>
            <a:ln w="25400" cap="flat" cmpd="sng" algn="ctr">
              <a:solidFill>
                <a:srgbClr val="00205B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2" name="Straight Connector 35">
              <a:extLst>
                <a:ext uri="{FF2B5EF4-FFF2-40B4-BE49-F238E27FC236}">
                  <a16:creationId xmlns:a16="http://schemas.microsoft.com/office/drawing/2014/main" id="{7993F54F-68CF-6046-2640-626C859DE425}"/>
                </a:ext>
              </a:extLst>
            </p:cNvPr>
            <p:cNvCxnSpPr/>
            <p:nvPr/>
          </p:nvCxnSpPr>
          <p:spPr bwMode="gray">
            <a:xfrm>
              <a:off x="977974" y="4178361"/>
              <a:ext cx="1291166" cy="1"/>
            </a:xfrm>
            <a:prstGeom prst="line">
              <a:avLst/>
            </a:prstGeom>
            <a:solidFill>
              <a:schemeClr val="bg1"/>
            </a:solidFill>
            <a:ln w="76200" cap="flat" cmpd="sng" algn="ctr">
              <a:solidFill>
                <a:srgbClr val="00205B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5A97F0C1-2359-3841-3D7B-C58EF3B04157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itel 25">
            <a:extLst>
              <a:ext uri="{FF2B5EF4-FFF2-40B4-BE49-F238E27FC236}">
                <a16:creationId xmlns:a16="http://schemas.microsoft.com/office/drawing/2014/main" id="{27475B8F-D0CF-E11E-BEB2-83CA70574444}"/>
              </a:ext>
            </a:extLst>
          </p:cNvPr>
          <p:cNvSpPr txBox="1">
            <a:spLocks/>
          </p:cNvSpPr>
          <p:nvPr/>
        </p:nvSpPr>
        <p:spPr>
          <a:xfrm>
            <a:off x="5267175" y="127075"/>
            <a:ext cx="1657650" cy="4326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Context</a:t>
            </a:r>
          </a:p>
        </p:txBody>
      </p:sp>
    </p:spTree>
    <p:extLst>
      <p:ext uri="{BB962C8B-B14F-4D97-AF65-F5344CB8AC3E}">
        <p14:creationId xmlns:p14="http://schemas.microsoft.com/office/powerpoint/2010/main" val="388906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136C6-040A-09F6-06EB-67CCB71D7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ACB25-CDF7-B30E-1D64-602FEF5C3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6477" y="1944268"/>
            <a:ext cx="7158758" cy="1372321"/>
          </a:xfrm>
        </p:spPr>
        <p:txBody>
          <a:bodyPr/>
          <a:lstStyle/>
          <a:p>
            <a:r>
              <a:rPr lang="en-GB" sz="4000" dirty="0"/>
              <a:t>Object Detection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37A4F7-F88E-D185-702E-43E359BA4A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19539" y="3363886"/>
            <a:ext cx="7156802" cy="709613"/>
          </a:xfrm>
        </p:spPr>
        <p:txBody>
          <a:bodyPr/>
          <a:lstStyle/>
          <a:p>
            <a:r>
              <a:rPr lang="en-GB" dirty="0"/>
              <a:t>Evaluating Modern Techniques in Aircraft Recognition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0ACB6-A8D3-06CA-7464-599E076910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3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CE377F-CA81-0E9D-589B-99DC49248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8EF6AE-39E1-5965-909C-000E3CF491F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CC39A789-B386-431D-84F3-F965C985D757}" type="datetime1">
              <a:rPr lang="es-ES" smtClean="0"/>
              <a:t>08/02/2026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85170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F0017-501A-2715-1341-80F0B919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6C078-F7E5-7977-979F-56E60F016F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5DAD89-87E0-E0AD-A882-B03B7F869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C5081-5509-7089-9ED1-1A97856EE5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7D7C14B3-6440-4AB0-B136-8D37200442A2}" type="datetime1">
              <a:rPr lang="es-ES" smtClean="0"/>
              <a:t>08/02/2026</a:t>
            </a:fld>
            <a:endParaRPr lang="en-GB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505C5B65-BEF8-66C2-2AA6-6259E316AB15}"/>
              </a:ext>
            </a:extLst>
          </p:cNvPr>
          <p:cNvGrpSpPr/>
          <p:nvPr/>
        </p:nvGrpSpPr>
        <p:grpSpPr bwMode="gray">
          <a:xfrm>
            <a:off x="4217275" y="1702057"/>
            <a:ext cx="1897302" cy="1871911"/>
            <a:chOff x="742114" y="1700808"/>
            <a:chExt cx="1897302" cy="2096150"/>
          </a:xfrm>
        </p:grpSpPr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B837D70B-6388-DCBF-E571-01D54AEBACE4}"/>
                </a:ext>
              </a:extLst>
            </p:cNvPr>
            <p:cNvSpPr txBox="1"/>
            <p:nvPr/>
          </p:nvSpPr>
          <p:spPr bwMode="gray">
            <a:xfrm>
              <a:off x="742114" y="1700808"/>
              <a:ext cx="1897302" cy="31271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2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YOLO </a:t>
              </a:r>
              <a:r>
                <a:rPr lang="en-GB" sz="800" dirty="0">
                  <a:solidFill>
                    <a:schemeClr val="bg1"/>
                  </a:solidFill>
                </a:rPr>
                <a:t>(CNN/Hybrid) </a:t>
              </a:r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AE98546C-A482-9F6F-2C4F-B8AFB17EAE0F}"/>
                </a:ext>
              </a:extLst>
            </p:cNvPr>
            <p:cNvSpPr txBox="1"/>
            <p:nvPr/>
          </p:nvSpPr>
          <p:spPr bwMode="gray">
            <a:xfrm>
              <a:off x="742115" y="2013522"/>
              <a:ext cx="1897301" cy="1783436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Treats detection as a single regression problem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Knows for being extremely fast and efficient 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52F720C6-1C23-A219-3927-3ECC5600C6B5}"/>
              </a:ext>
            </a:extLst>
          </p:cNvPr>
          <p:cNvGrpSpPr/>
          <p:nvPr/>
        </p:nvGrpSpPr>
        <p:grpSpPr bwMode="gray">
          <a:xfrm>
            <a:off x="6645628" y="1702057"/>
            <a:ext cx="1928400" cy="1871911"/>
            <a:chOff x="839415" y="1700808"/>
            <a:chExt cx="1904751" cy="209615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23B2845F-CE49-6BC8-EB5A-69255CE8F4F3}"/>
                </a:ext>
              </a:extLst>
            </p:cNvPr>
            <p:cNvSpPr txBox="1"/>
            <p:nvPr/>
          </p:nvSpPr>
          <p:spPr bwMode="gray">
            <a:xfrm>
              <a:off x="839415" y="1700808"/>
              <a:ext cx="1904751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chemeClr val="accent1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D-FINE </a:t>
              </a:r>
              <a:r>
                <a:rPr lang="en-GB" sz="900" dirty="0">
                  <a:solidFill>
                    <a:schemeClr val="bg1"/>
                  </a:solidFill>
                </a:rPr>
                <a:t>(Transformer-based)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0DCBEF3-7001-E074-427D-19935BF83A4F}"/>
                </a:ext>
              </a:extLst>
            </p:cNvPr>
            <p:cNvSpPr txBox="1"/>
            <p:nvPr/>
          </p:nvSpPr>
          <p:spPr bwMode="gray">
            <a:xfrm>
              <a:off x="839415" y="2013522"/>
              <a:ext cx="1904750" cy="1783436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Uses transformers to understand the whole image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Better at cutting the exact edges of an object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461F962-8581-85B6-F9FD-95D5AC139038}"/>
              </a:ext>
            </a:extLst>
          </p:cNvPr>
          <p:cNvGrpSpPr/>
          <p:nvPr/>
        </p:nvGrpSpPr>
        <p:grpSpPr bwMode="gray">
          <a:xfrm>
            <a:off x="9105080" y="1696177"/>
            <a:ext cx="1897301" cy="1871911"/>
            <a:chOff x="839415" y="1700808"/>
            <a:chExt cx="1897301" cy="2096150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B2B0395-93A8-9069-4583-AD43CB61FEC3}"/>
                </a:ext>
              </a:extLst>
            </p:cNvPr>
            <p:cNvSpPr txBox="1"/>
            <p:nvPr/>
          </p:nvSpPr>
          <p:spPr bwMode="gray">
            <a:xfrm>
              <a:off x="839416" y="1700808"/>
              <a:ext cx="1897300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chemeClr val="accent3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RF-DETR </a:t>
              </a:r>
              <a:r>
                <a:rPr lang="en-GB" sz="800" dirty="0">
                  <a:solidFill>
                    <a:schemeClr val="bg1"/>
                  </a:solidFill>
                </a:rPr>
                <a:t>(Re-frame DETR)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9F67BCC3-244D-23C1-45C8-7ADDACE2F81F}"/>
                </a:ext>
              </a:extLst>
            </p:cNvPr>
            <p:cNvSpPr txBox="1"/>
            <p:nvPr/>
          </p:nvSpPr>
          <p:spPr bwMode="gray">
            <a:xfrm>
              <a:off x="839415" y="2013522"/>
              <a:ext cx="1897301" cy="1783436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State-of-art, one of the most advanced models available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Specialized in small object detection</a:t>
              </a: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D6FCEC4C-0081-6115-5580-4AC9B34850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992" y="1566429"/>
            <a:ext cx="3601733" cy="2486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DC55ADB-062A-56DE-9611-9E72D2F54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7275" y="4013796"/>
            <a:ext cx="6785106" cy="155054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C8EC5EB8-4147-B86D-4BB2-2643278D6C7B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Titel 19">
            <a:extLst>
              <a:ext uri="{FF2B5EF4-FFF2-40B4-BE49-F238E27FC236}">
                <a16:creationId xmlns:a16="http://schemas.microsoft.com/office/drawing/2014/main" id="{95193292-1CD2-3E5B-2EFA-5C77993F98ED}"/>
              </a:ext>
            </a:extLst>
          </p:cNvPr>
          <p:cNvSpPr txBox="1">
            <a:spLocks/>
          </p:cNvSpPr>
          <p:nvPr/>
        </p:nvSpPr>
        <p:spPr>
          <a:xfrm>
            <a:off x="2546825" y="138972"/>
            <a:ext cx="7135503" cy="5241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Architectural Overview &amp; Benchmarking</a:t>
            </a:r>
          </a:p>
        </p:txBody>
      </p:sp>
    </p:spTree>
    <p:extLst>
      <p:ext uri="{BB962C8B-B14F-4D97-AF65-F5344CB8AC3E}">
        <p14:creationId xmlns:p14="http://schemas.microsoft.com/office/powerpoint/2010/main" val="3091119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EC0E-0817-1A1F-CADF-A3B43AA7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F91E7-D01C-3BB9-9B4A-F9FE316631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5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6829ED-6D10-3CE4-CE55-AFE414A9A9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3B0449-377C-94DD-FF85-4EC988CBB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36844DC0-54FB-45A8-AA8C-2B01DBA300D9}" type="datetime1">
              <a:rPr lang="es-ES" smtClean="0"/>
              <a:t>08/02/2026</a:t>
            </a:fld>
            <a:endParaRPr lang="en-GB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B9865913-9FC8-829A-35B1-B8AB06EC46F2}"/>
              </a:ext>
            </a:extLst>
          </p:cNvPr>
          <p:cNvSpPr/>
          <p:nvPr/>
        </p:nvSpPr>
        <p:spPr>
          <a:xfrm>
            <a:off x="1377380" y="1198747"/>
            <a:ext cx="2509072" cy="475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5CBC1F42-3E46-7EC9-35FE-1B7F5DEA923B}"/>
              </a:ext>
            </a:extLst>
          </p:cNvPr>
          <p:cNvSpPr txBox="1">
            <a:spLocks/>
          </p:cNvSpPr>
          <p:nvPr/>
        </p:nvSpPr>
        <p:spPr>
          <a:xfrm>
            <a:off x="2079755" y="1303853"/>
            <a:ext cx="1135579" cy="34460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YOLO26x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DF79F95-B52C-1B64-A705-056395D521E6}"/>
              </a:ext>
            </a:extLst>
          </p:cNvPr>
          <p:cNvSpPr/>
          <p:nvPr/>
        </p:nvSpPr>
        <p:spPr>
          <a:xfrm>
            <a:off x="4790215" y="1198747"/>
            <a:ext cx="2486137" cy="4754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Inhaltsplatzhalter 21">
            <a:extLst>
              <a:ext uri="{FF2B5EF4-FFF2-40B4-BE49-F238E27FC236}">
                <a16:creationId xmlns:a16="http://schemas.microsoft.com/office/drawing/2014/main" id="{DCE32A59-1359-22B8-5BE1-B40FF03CB484}"/>
              </a:ext>
            </a:extLst>
          </p:cNvPr>
          <p:cNvSpPr txBox="1">
            <a:spLocks/>
          </p:cNvSpPr>
          <p:nvPr/>
        </p:nvSpPr>
        <p:spPr>
          <a:xfrm>
            <a:off x="5228127" y="1284771"/>
            <a:ext cx="1733346" cy="33097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D-FINE-X-large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1634495-A3E7-A26E-B03B-B7ECE06A0ADB}"/>
              </a:ext>
            </a:extLst>
          </p:cNvPr>
          <p:cNvSpPr/>
          <p:nvPr/>
        </p:nvSpPr>
        <p:spPr>
          <a:xfrm>
            <a:off x="8171794" y="1172969"/>
            <a:ext cx="2486137" cy="5012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Inhaltsplatzhalter 21">
            <a:extLst>
              <a:ext uri="{FF2B5EF4-FFF2-40B4-BE49-F238E27FC236}">
                <a16:creationId xmlns:a16="http://schemas.microsoft.com/office/drawing/2014/main" id="{A7649E14-063E-0079-67D1-F1C765778D18}"/>
              </a:ext>
            </a:extLst>
          </p:cNvPr>
          <p:cNvSpPr txBox="1">
            <a:spLocks/>
          </p:cNvSpPr>
          <p:nvPr/>
        </p:nvSpPr>
        <p:spPr>
          <a:xfrm>
            <a:off x="8250636" y="1280332"/>
            <a:ext cx="2356089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RF-DETR-large (2026)</a:t>
            </a: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1D28292D-E83E-951E-0027-3A3AA4BE6AFC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itel 19">
            <a:extLst>
              <a:ext uri="{FF2B5EF4-FFF2-40B4-BE49-F238E27FC236}">
                <a16:creationId xmlns:a16="http://schemas.microsoft.com/office/drawing/2014/main" id="{EC3E1346-7AA8-0665-5BC8-574874C41746}"/>
              </a:ext>
            </a:extLst>
          </p:cNvPr>
          <p:cNvSpPr txBox="1">
            <a:spLocks/>
          </p:cNvSpPr>
          <p:nvPr/>
        </p:nvSpPr>
        <p:spPr>
          <a:xfrm>
            <a:off x="4904926" y="130521"/>
            <a:ext cx="2379748" cy="42573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chemeClr val="bg1"/>
                </a:solidFill>
              </a:rPr>
              <a:t>Video Analysis </a:t>
            </a:r>
          </a:p>
        </p:txBody>
      </p:sp>
    </p:spTree>
    <p:extLst>
      <p:ext uri="{BB962C8B-B14F-4D97-AF65-F5344CB8AC3E}">
        <p14:creationId xmlns:p14="http://schemas.microsoft.com/office/powerpoint/2010/main" val="816282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1266C-51FF-F9DE-EEF0-73496DA9F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B014-8880-F80B-8874-336BA9A79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6657" y="1857559"/>
            <a:ext cx="7158758" cy="1372321"/>
          </a:xfrm>
        </p:spPr>
        <p:txBody>
          <a:bodyPr/>
          <a:lstStyle/>
          <a:p>
            <a:r>
              <a:rPr lang="en-GB" sz="4000" dirty="0"/>
              <a:t>Object Segmentation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B6F861-7CCA-362F-0160-C50D6B01F0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1676" y="3273314"/>
            <a:ext cx="7156802" cy="709613"/>
          </a:xfrm>
        </p:spPr>
        <p:txBody>
          <a:bodyPr/>
          <a:lstStyle/>
          <a:p>
            <a:r>
              <a:rPr lang="en-GB" dirty="0"/>
              <a:t>Precise Mask Generation for Aircraft Identification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37E30-0C44-D310-895C-D6B63F60B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6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C8494E-B7E7-F349-2741-00146497D8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68FE13-FF70-0CDE-31A3-E9A199F117E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15DE90A-4475-46C3-9865-C6E61A019B57}" type="datetime1">
              <a:rPr lang="es-ES" smtClean="0"/>
              <a:t>08/02/2026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215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0C2CE-BFC4-0B7D-164D-F806F672B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3E7FF-A5AB-93E9-BB9F-3126E5A4CD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7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591DF-E851-DA7B-3591-74A36F4B4E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B6DD7-C4A0-265E-BC27-8DBA0DCAC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9C1BDB7E-2A73-414A-893D-E3A5FBF3DD4C}" type="datetime1">
              <a:rPr lang="es-ES" smtClean="0"/>
              <a:t>08/02/2026</a:t>
            </a:fld>
            <a:endParaRPr lang="en-GB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E98C7D30-66E0-743E-F072-C95627227E8B}"/>
              </a:ext>
            </a:extLst>
          </p:cNvPr>
          <p:cNvGrpSpPr/>
          <p:nvPr/>
        </p:nvGrpSpPr>
        <p:grpSpPr bwMode="gray">
          <a:xfrm>
            <a:off x="2662831" y="1281268"/>
            <a:ext cx="1897302" cy="2297579"/>
            <a:chOff x="742114" y="1700808"/>
            <a:chExt cx="1897302" cy="2572809"/>
          </a:xfrm>
        </p:grpSpPr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FACBDEA2-F7C8-2D82-F5AF-07F1B3D66EFB}"/>
                </a:ext>
              </a:extLst>
            </p:cNvPr>
            <p:cNvSpPr txBox="1"/>
            <p:nvPr/>
          </p:nvSpPr>
          <p:spPr bwMode="gray">
            <a:xfrm>
              <a:off x="742114" y="1700808"/>
              <a:ext cx="1897302" cy="312714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2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 err="1">
                  <a:solidFill>
                    <a:schemeClr val="bg1"/>
                  </a:solidFill>
                </a:rPr>
                <a:t>DeepLab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800" dirty="0">
                  <a:solidFill>
                    <a:schemeClr val="bg1"/>
                  </a:solidFill>
                </a:rPr>
                <a:t>(CNN-Based) </a:t>
              </a:r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CEFD8FAB-02C1-157E-8EC1-844455446FBA}"/>
                </a:ext>
              </a:extLst>
            </p:cNvPr>
            <p:cNvSpPr txBox="1"/>
            <p:nvPr/>
          </p:nvSpPr>
          <p:spPr bwMode="gray">
            <a:xfrm>
              <a:off x="742115" y="2013522"/>
              <a:ext cx="1897301" cy="2260095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Uses a CNN backbone to capture context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It’s a solid baseline that focuses on semantic segmentation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D366EB14-CBE5-6DD2-ACFE-B901C20A40CC}"/>
              </a:ext>
            </a:extLst>
          </p:cNvPr>
          <p:cNvGrpSpPr/>
          <p:nvPr/>
        </p:nvGrpSpPr>
        <p:grpSpPr bwMode="gray">
          <a:xfrm>
            <a:off x="5053734" y="1279308"/>
            <a:ext cx="1928400" cy="2301499"/>
            <a:chOff x="839415" y="1700808"/>
            <a:chExt cx="1904751" cy="2577199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ABFF02B-35DB-06EF-B3F9-04F91376CC30}"/>
                </a:ext>
              </a:extLst>
            </p:cNvPr>
            <p:cNvSpPr txBox="1"/>
            <p:nvPr/>
          </p:nvSpPr>
          <p:spPr bwMode="gray">
            <a:xfrm>
              <a:off x="839415" y="1700808"/>
              <a:ext cx="1904751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rgbClr val="00205B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YOLO </a:t>
              </a:r>
              <a:r>
                <a:rPr lang="en-GB" sz="800" dirty="0">
                  <a:solidFill>
                    <a:schemeClr val="bg1"/>
                  </a:solidFill>
                </a:rPr>
                <a:t>(</a:t>
              </a:r>
              <a:r>
                <a:rPr lang="en-GB" sz="900" dirty="0">
                  <a:solidFill>
                    <a:schemeClr val="bg1"/>
                  </a:solidFill>
                </a:rPr>
                <a:t>CNN/Hybrid)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842244B-EECD-F8AB-F6E7-450A31C0F854}"/>
                </a:ext>
              </a:extLst>
            </p:cNvPr>
            <p:cNvSpPr txBox="1"/>
            <p:nvPr/>
          </p:nvSpPr>
          <p:spPr bwMode="gray">
            <a:xfrm>
              <a:off x="839415" y="2013521"/>
              <a:ext cx="1904750" cy="2264486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Uses CNN for speed and a specialized head for instance segmentation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With fine-tunning, learns the exact geometry of the aircraft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843DA476-6E8C-BCF5-DF7A-7B4C1B6EF873}"/>
              </a:ext>
            </a:extLst>
          </p:cNvPr>
          <p:cNvGrpSpPr/>
          <p:nvPr/>
        </p:nvGrpSpPr>
        <p:grpSpPr bwMode="gray">
          <a:xfrm>
            <a:off x="7475734" y="1250427"/>
            <a:ext cx="1897301" cy="2301499"/>
            <a:chOff x="839415" y="1700808"/>
            <a:chExt cx="1897301" cy="2096150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84FC3AF-67B3-08C2-778B-A284EA9BB5B8}"/>
                </a:ext>
              </a:extLst>
            </p:cNvPr>
            <p:cNvSpPr txBox="1"/>
            <p:nvPr/>
          </p:nvSpPr>
          <p:spPr bwMode="gray">
            <a:xfrm>
              <a:off x="839416" y="1700808"/>
              <a:ext cx="1897300" cy="280647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rgbClr val="00205B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SAM </a:t>
              </a:r>
              <a:r>
                <a:rPr lang="en-GB" sz="800" dirty="0">
                  <a:solidFill>
                    <a:schemeClr val="bg1"/>
                  </a:solidFill>
                </a:rPr>
                <a:t>(Transformer-based)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EA17D09-27A9-1429-55CD-9A1E86D27AF6}"/>
                </a:ext>
              </a:extLst>
            </p:cNvPr>
            <p:cNvSpPr txBox="1"/>
            <p:nvPr/>
          </p:nvSpPr>
          <p:spPr bwMode="gray">
            <a:xfrm>
              <a:off x="839415" y="1981455"/>
              <a:ext cx="1897301" cy="1815503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A foundational model built entirely on Vision Transformers (</a:t>
              </a:r>
              <a:r>
                <a:rPr lang="en-GB" sz="1400" dirty="0" err="1">
                  <a:solidFill>
                    <a:schemeClr val="bg1">
                      <a:lumMod val="50000"/>
                    </a:schemeClr>
                  </a:solidFill>
                </a:rPr>
                <a:t>ViT</a:t>
              </a: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4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400" dirty="0">
                  <a:solidFill>
                    <a:schemeClr val="bg1">
                      <a:lumMod val="50000"/>
                    </a:schemeClr>
                  </a:solidFill>
                </a:rPr>
                <a:t>It has Zero-Shot capabilities, meaning it can segment anything</a:t>
              </a:r>
            </a:p>
          </p:txBody>
        </p:sp>
      </p:grp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14A706D9-5F30-21D7-1C09-2EBDED240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4772297"/>
              </p:ext>
            </p:extLst>
          </p:nvPr>
        </p:nvGraphicFramePr>
        <p:xfrm>
          <a:off x="2662831" y="4037853"/>
          <a:ext cx="6710207" cy="156972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617945">
                  <a:extLst>
                    <a:ext uri="{9D8B030D-6E8A-4147-A177-3AD203B41FA5}">
                      <a16:colId xmlns:a16="http://schemas.microsoft.com/office/drawing/2014/main" val="2312694559"/>
                    </a:ext>
                  </a:extLst>
                </a:gridCol>
                <a:gridCol w="1800707">
                  <a:extLst>
                    <a:ext uri="{9D8B030D-6E8A-4147-A177-3AD203B41FA5}">
                      <a16:colId xmlns:a16="http://schemas.microsoft.com/office/drawing/2014/main" val="3068697027"/>
                    </a:ext>
                  </a:extLst>
                </a:gridCol>
                <a:gridCol w="1649962">
                  <a:extLst>
                    <a:ext uri="{9D8B030D-6E8A-4147-A177-3AD203B41FA5}">
                      <a16:colId xmlns:a16="http://schemas.microsoft.com/office/drawing/2014/main" val="3233286540"/>
                    </a:ext>
                  </a:extLst>
                </a:gridCol>
                <a:gridCol w="1641593">
                  <a:extLst>
                    <a:ext uri="{9D8B030D-6E8A-4147-A177-3AD203B41FA5}">
                      <a16:colId xmlns:a16="http://schemas.microsoft.com/office/drawing/2014/main" val="987887311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Metric</a:t>
                      </a:r>
                      <a:endParaRPr lang="es-ES" dirty="0"/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DeepLab</a:t>
                      </a:r>
                      <a:r>
                        <a:rPr lang="es-ES" dirty="0"/>
                        <a:t> v3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YOLO26x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SAM3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000381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Precision</a:t>
                      </a:r>
                      <a:r>
                        <a:rPr lang="es-E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Map</a:t>
                      </a:r>
                      <a:r>
                        <a:rPr lang="es-E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 50-95)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~66-68% (uses </a:t>
                      </a: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mIoU</a:t>
                      </a: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)</a:t>
                      </a:r>
                      <a:endParaRPr lang="es-ES" sz="110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10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</a:rPr>
                        <a:t>57.5%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~42-45% 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011749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Latency</a:t>
                      </a:r>
                      <a:r>
                        <a:rPr lang="es-E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 (</a:t>
                      </a:r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Inference</a:t>
                      </a:r>
                      <a:r>
                        <a:rPr lang="es-ES" sz="1100" b="1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~50–300 </a:t>
                      </a:r>
                      <a:r>
                        <a:rPr lang="en-U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ms</a:t>
                      </a:r>
                      <a:endParaRPr lang="en-U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11.8 ms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2500 ms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47690433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Parameters</a:t>
                      </a:r>
                      <a:endParaRPr lang="es-ES" sz="1100" b="1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~24 M </a:t>
                      </a:r>
                      <a:endParaRPr lang="en-U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55.7 M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310 M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518546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ctr"/>
                      <a:r>
                        <a:rPr lang="es-ES" sz="1100" b="1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Architecture</a:t>
                      </a:r>
                      <a:endParaRPr lang="es-ES" sz="1100" b="1" dirty="0">
                        <a:ln>
                          <a:noFill/>
                        </a:ln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Encoder</a:t>
                      </a: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+ ASPP + </a:t>
                      </a: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Decoder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NMS-Free / </a:t>
                      </a: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End-to-End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Prompt-based</a:t>
                      </a:r>
                      <a:r>
                        <a:rPr lang="es-ES" sz="1100" u="none" strike="noStrike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r>
                        <a:rPr lang="es-ES" sz="1100" u="none" strike="noStrike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</a:rPr>
                        <a:t>Decoder</a:t>
                      </a:r>
                      <a:endParaRPr lang="es-ES" sz="1100" b="0" i="0" u="none" strike="noStrike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1396314"/>
                  </a:ext>
                </a:extLst>
              </a:tr>
            </a:tbl>
          </a:graphicData>
        </a:graphic>
      </p:graphicFrame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B389E7FF-3397-BAA4-381B-503C750B1F0C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Titel 19">
            <a:extLst>
              <a:ext uri="{FF2B5EF4-FFF2-40B4-BE49-F238E27FC236}">
                <a16:creationId xmlns:a16="http://schemas.microsoft.com/office/drawing/2014/main" id="{08EB1828-5FC3-A76F-36A1-3B5A357EBEEE}"/>
              </a:ext>
            </a:extLst>
          </p:cNvPr>
          <p:cNvSpPr txBox="1">
            <a:spLocks/>
          </p:cNvSpPr>
          <p:nvPr/>
        </p:nvSpPr>
        <p:spPr>
          <a:xfrm>
            <a:off x="2662831" y="115268"/>
            <a:ext cx="7839700" cy="5429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Architectural Overview &amp; Benchmarking</a:t>
            </a:r>
          </a:p>
        </p:txBody>
      </p:sp>
    </p:spTree>
    <p:extLst>
      <p:ext uri="{BB962C8B-B14F-4D97-AF65-F5344CB8AC3E}">
        <p14:creationId xmlns:p14="http://schemas.microsoft.com/office/powerpoint/2010/main" val="321529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A1997-64FC-0550-115E-6D78FBF0B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3B9E3-FD38-4F4E-141A-ACEE3F00D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8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3F787F-F487-397A-DD08-546AB4FAC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D489B-B5E3-97FB-423A-760495E593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3ED9D59E-05D4-44B3-A9F5-9975F7BDBE63}" type="datetime1">
              <a:rPr lang="es-ES" smtClean="0"/>
              <a:t>08/02/2026</a:t>
            </a:fld>
            <a:endParaRPr lang="en-GB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F4302FC-66B3-A331-8B2F-0A0A90406535}"/>
              </a:ext>
            </a:extLst>
          </p:cNvPr>
          <p:cNvSpPr/>
          <p:nvPr/>
        </p:nvSpPr>
        <p:spPr>
          <a:xfrm>
            <a:off x="1403511" y="1295273"/>
            <a:ext cx="2456237" cy="416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Inhaltsplatzhalter 21">
            <a:extLst>
              <a:ext uri="{FF2B5EF4-FFF2-40B4-BE49-F238E27FC236}">
                <a16:creationId xmlns:a16="http://schemas.microsoft.com/office/drawing/2014/main" id="{2B7F16C4-39B9-D8EB-A6CE-2A8D09191935}"/>
              </a:ext>
            </a:extLst>
          </p:cNvPr>
          <p:cNvSpPr txBox="1">
            <a:spLocks/>
          </p:cNvSpPr>
          <p:nvPr/>
        </p:nvSpPr>
        <p:spPr>
          <a:xfrm>
            <a:off x="2033010" y="1352664"/>
            <a:ext cx="1316044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 err="1">
                <a:solidFill>
                  <a:schemeClr val="bg1"/>
                </a:solidFill>
              </a:rPr>
              <a:t>DeepLab</a:t>
            </a:r>
            <a:r>
              <a:rPr lang="en-GB" sz="1800" b="1" dirty="0">
                <a:solidFill>
                  <a:schemeClr val="bg1"/>
                </a:solidFill>
              </a:rPr>
              <a:t> v3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D091B56-F121-6C88-E63D-4330E02C122F}"/>
              </a:ext>
            </a:extLst>
          </p:cNvPr>
          <p:cNvSpPr/>
          <p:nvPr/>
        </p:nvSpPr>
        <p:spPr>
          <a:xfrm>
            <a:off x="4747737" y="1295273"/>
            <a:ext cx="2456237" cy="397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967C8ED-AFA6-420A-7337-FBCDF438C485}"/>
              </a:ext>
            </a:extLst>
          </p:cNvPr>
          <p:cNvSpPr/>
          <p:nvPr/>
        </p:nvSpPr>
        <p:spPr>
          <a:xfrm>
            <a:off x="8091961" y="1295273"/>
            <a:ext cx="2456237" cy="3829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Inhaltsplatzhalter 21">
            <a:extLst>
              <a:ext uri="{FF2B5EF4-FFF2-40B4-BE49-F238E27FC236}">
                <a16:creationId xmlns:a16="http://schemas.microsoft.com/office/drawing/2014/main" id="{7610BDEC-5819-5F43-60DF-66D4D2B94678}"/>
              </a:ext>
            </a:extLst>
          </p:cNvPr>
          <p:cNvSpPr txBox="1">
            <a:spLocks/>
          </p:cNvSpPr>
          <p:nvPr/>
        </p:nvSpPr>
        <p:spPr>
          <a:xfrm>
            <a:off x="5247325" y="1343115"/>
            <a:ext cx="1679412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YOLO11x-seg</a:t>
            </a:r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6194628C-8B9D-71E3-D5CC-C6D44813322F}"/>
              </a:ext>
            </a:extLst>
          </p:cNvPr>
          <p:cNvSpPr txBox="1">
            <a:spLocks/>
          </p:cNvSpPr>
          <p:nvPr/>
        </p:nvSpPr>
        <p:spPr>
          <a:xfrm>
            <a:off x="9020388" y="1343115"/>
            <a:ext cx="811103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SAM3</a:t>
            </a:r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C4E21863-96FB-AA42-902A-67C83EA39DB3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itel 19">
            <a:extLst>
              <a:ext uri="{FF2B5EF4-FFF2-40B4-BE49-F238E27FC236}">
                <a16:creationId xmlns:a16="http://schemas.microsoft.com/office/drawing/2014/main" id="{CF42C930-39E5-2D64-8F6D-E4F8AF9E6614}"/>
              </a:ext>
            </a:extLst>
          </p:cNvPr>
          <p:cNvSpPr txBox="1">
            <a:spLocks/>
          </p:cNvSpPr>
          <p:nvPr/>
        </p:nvSpPr>
        <p:spPr>
          <a:xfrm>
            <a:off x="4747737" y="124798"/>
            <a:ext cx="2696526" cy="55245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Video Analysis </a:t>
            </a:r>
          </a:p>
        </p:txBody>
      </p:sp>
    </p:spTree>
    <p:extLst>
      <p:ext uri="{BB962C8B-B14F-4D97-AF65-F5344CB8AC3E}">
        <p14:creationId xmlns:p14="http://schemas.microsoft.com/office/powerpoint/2010/main" val="956338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83D45C-7099-CBBE-6C46-ABD4B881E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79D1-CBA3-5EB2-F7AD-1D5F06203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3103" y="1786614"/>
            <a:ext cx="7158758" cy="1372321"/>
          </a:xfrm>
        </p:spPr>
        <p:txBody>
          <a:bodyPr/>
          <a:lstStyle/>
          <a:p>
            <a:r>
              <a:rPr lang="en-GB" sz="4000" dirty="0"/>
              <a:t>Keypoints Detection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51B515D-CA98-C354-224E-E5AF53051B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53103" y="3241643"/>
            <a:ext cx="7909493" cy="709613"/>
          </a:xfrm>
        </p:spPr>
        <p:txBody>
          <a:bodyPr/>
          <a:lstStyle/>
          <a:p>
            <a:r>
              <a:rPr lang="en-GB" dirty="0"/>
              <a:t>High-Precision Localization of Critical Components (Nose &amp; Antennas)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B501C-5CDA-883A-7786-91CACC94EC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0908D4-D465-E445-CE73-CCCF02204C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55863A-F8FB-4535-ABB0-8CF55DB94AF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8DCCD1BA-EC4F-499D-876E-477027B43D5F}" type="datetime1">
              <a:rPr lang="es-ES" smtClean="0"/>
              <a:t>08/02/2026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9652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1CA3E-AEE0-D5D5-3F2D-AA9BC2FF5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65A8-6B04-261E-7D84-0AF10FBB8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10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39B7F-12AC-3552-2888-808B859710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02C44-A9B2-1243-1E4D-74DB66A62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ADD86482-3612-4F8D-8B9C-85E6981C7EFC}" type="datetime1">
              <a:rPr lang="es-ES" smtClean="0"/>
              <a:t>08/02/2026</a:t>
            </a:fld>
            <a:endParaRPr lang="en-GB"/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4242B132-B34A-7722-1849-D4783FB78A8E}"/>
              </a:ext>
            </a:extLst>
          </p:cNvPr>
          <p:cNvGrpSpPr/>
          <p:nvPr/>
        </p:nvGrpSpPr>
        <p:grpSpPr bwMode="gray">
          <a:xfrm>
            <a:off x="1775614" y="1454139"/>
            <a:ext cx="1897302" cy="2029565"/>
            <a:chOff x="742114" y="1700808"/>
            <a:chExt cx="1897302" cy="2272690"/>
          </a:xfrm>
        </p:grpSpPr>
        <p:sp>
          <p:nvSpPr>
            <p:cNvPr id="3" name="TextBox 6">
              <a:extLst>
                <a:ext uri="{FF2B5EF4-FFF2-40B4-BE49-F238E27FC236}">
                  <a16:creationId xmlns:a16="http://schemas.microsoft.com/office/drawing/2014/main" id="{F3239FBA-67CC-9653-8478-0D175C246AD6}"/>
                </a:ext>
              </a:extLst>
            </p:cNvPr>
            <p:cNvSpPr txBox="1"/>
            <p:nvPr/>
          </p:nvSpPr>
          <p:spPr bwMode="gray">
            <a:xfrm>
              <a:off x="742114" y="1700808"/>
              <a:ext cx="1897302" cy="339706"/>
            </a:xfrm>
            <a:prstGeom prst="rect">
              <a:avLst/>
            </a:prstGeom>
            <a:solidFill>
              <a:schemeClr val="tx2"/>
            </a:solidFill>
            <a:ln w="6350">
              <a:solidFill>
                <a:schemeClr val="tx2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SIFT </a:t>
              </a:r>
              <a:r>
                <a:rPr lang="en-GB" sz="800" dirty="0">
                  <a:solidFill>
                    <a:schemeClr val="bg1"/>
                  </a:solidFill>
                </a:rPr>
                <a:t>(Gradient-based) </a:t>
              </a:r>
            </a:p>
          </p:txBody>
        </p:sp>
        <p:sp>
          <p:nvSpPr>
            <p:cNvPr id="4" name="TextBox 7">
              <a:extLst>
                <a:ext uri="{FF2B5EF4-FFF2-40B4-BE49-F238E27FC236}">
                  <a16:creationId xmlns:a16="http://schemas.microsoft.com/office/drawing/2014/main" id="{07945F61-82F1-B876-B9C4-915399FBB7D5}"/>
                </a:ext>
              </a:extLst>
            </p:cNvPr>
            <p:cNvSpPr txBox="1"/>
            <p:nvPr/>
          </p:nvSpPr>
          <p:spPr bwMode="gray">
            <a:xfrm>
              <a:off x="742115" y="2013522"/>
              <a:ext cx="1897301" cy="1959976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Uses local gradient histograms to ensure points are uniquely identifiable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High accurate but computationally expensive for real-time applications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EA7660F-F7F3-EFF4-D4A6-8BF6168F224D}"/>
              </a:ext>
            </a:extLst>
          </p:cNvPr>
          <p:cNvGrpSpPr/>
          <p:nvPr/>
        </p:nvGrpSpPr>
        <p:grpSpPr bwMode="gray">
          <a:xfrm>
            <a:off x="3898615" y="1450219"/>
            <a:ext cx="1994878" cy="2033485"/>
            <a:chOff x="839415" y="1700808"/>
            <a:chExt cx="1970414" cy="209615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33D54040-AD55-F639-3715-17F2E2A5E2E0}"/>
                </a:ext>
              </a:extLst>
            </p:cNvPr>
            <p:cNvSpPr txBox="1"/>
            <p:nvPr/>
          </p:nvSpPr>
          <p:spPr bwMode="gray">
            <a:xfrm>
              <a:off x="839415" y="1700808"/>
              <a:ext cx="1970414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chemeClr val="accent1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FAST </a:t>
              </a:r>
              <a:r>
                <a:rPr lang="en-GB" sz="800" dirty="0">
                  <a:solidFill>
                    <a:schemeClr val="bg1"/>
                  </a:solidFill>
                </a:rPr>
                <a:t>(</a:t>
              </a:r>
              <a:r>
                <a:rPr lang="en-GB" sz="900" dirty="0">
                  <a:solidFill>
                    <a:schemeClr val="bg1"/>
                  </a:solidFill>
                </a:rPr>
                <a:t>Heuristics/Decision Tree)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CF7A7A14-FF5D-5408-0D52-C48548A9F96B}"/>
                </a:ext>
              </a:extLst>
            </p:cNvPr>
            <p:cNvSpPr txBox="1"/>
            <p:nvPr/>
          </p:nvSpPr>
          <p:spPr bwMode="gray">
            <a:xfrm>
              <a:off x="839415" y="2013522"/>
              <a:ext cx="1970414" cy="1783436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Identifies keypoints by comparing a central pixel against a circular neighbourhood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Keypoints identification is quickly but requires an external descriptor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17D287-9C62-C522-2DA3-9EDA03DCA387}"/>
              </a:ext>
            </a:extLst>
          </p:cNvPr>
          <p:cNvGrpSpPr/>
          <p:nvPr/>
        </p:nvGrpSpPr>
        <p:grpSpPr bwMode="gray">
          <a:xfrm>
            <a:off x="6168680" y="1446299"/>
            <a:ext cx="1897301" cy="2037405"/>
            <a:chOff x="839415" y="1700808"/>
            <a:chExt cx="1897301" cy="2096150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E02F5933-6B82-37FF-90DF-5F5A36D8BD7E}"/>
                </a:ext>
              </a:extLst>
            </p:cNvPr>
            <p:cNvSpPr txBox="1"/>
            <p:nvPr/>
          </p:nvSpPr>
          <p:spPr bwMode="gray">
            <a:xfrm>
              <a:off x="839416" y="1700808"/>
              <a:ext cx="1897300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chemeClr val="accent3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>
                  <a:solidFill>
                    <a:schemeClr val="bg1"/>
                  </a:solidFill>
                </a:rPr>
                <a:t>ORB </a:t>
              </a:r>
              <a:r>
                <a:rPr lang="en-GB" sz="800" dirty="0">
                  <a:solidFill>
                    <a:schemeClr val="bg1"/>
                  </a:solidFill>
                </a:rPr>
                <a:t>(CNN-based)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A1A8745-452D-BC93-CC7C-8C072F99DA14}"/>
                </a:ext>
              </a:extLst>
            </p:cNvPr>
            <p:cNvSpPr txBox="1"/>
            <p:nvPr/>
          </p:nvSpPr>
          <p:spPr bwMode="gray">
            <a:xfrm>
              <a:off x="839415" y="2013522"/>
              <a:ext cx="1897301" cy="1783436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Combines FAST detection with a modified BRIEF descriptor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Allows reliable tracking even as the aircraft changes perspective</a:t>
              </a:r>
            </a:p>
          </p:txBody>
        </p:sp>
      </p:grpSp>
      <p:grpSp>
        <p:nvGrpSpPr>
          <p:cNvPr id="14" name="Group 11">
            <a:extLst>
              <a:ext uri="{FF2B5EF4-FFF2-40B4-BE49-F238E27FC236}">
                <a16:creationId xmlns:a16="http://schemas.microsoft.com/office/drawing/2014/main" id="{B7AE95CF-82B2-4786-9E84-194D3BDAA4EC}"/>
              </a:ext>
            </a:extLst>
          </p:cNvPr>
          <p:cNvGrpSpPr/>
          <p:nvPr/>
        </p:nvGrpSpPr>
        <p:grpSpPr bwMode="gray">
          <a:xfrm>
            <a:off x="8244473" y="1446299"/>
            <a:ext cx="1897301" cy="2037405"/>
            <a:chOff x="839415" y="1700808"/>
            <a:chExt cx="1897301" cy="2281469"/>
          </a:xfrm>
        </p:grpSpPr>
        <p:sp>
          <p:nvSpPr>
            <p:cNvPr id="16" name="TextBox 12">
              <a:extLst>
                <a:ext uri="{FF2B5EF4-FFF2-40B4-BE49-F238E27FC236}">
                  <a16:creationId xmlns:a16="http://schemas.microsoft.com/office/drawing/2014/main" id="{B62DA350-F1D1-F6C6-BFC5-A3A366C78B37}"/>
                </a:ext>
              </a:extLst>
            </p:cNvPr>
            <p:cNvSpPr txBox="1"/>
            <p:nvPr/>
          </p:nvSpPr>
          <p:spPr bwMode="gray">
            <a:xfrm>
              <a:off x="839416" y="1700808"/>
              <a:ext cx="1897300" cy="312714"/>
            </a:xfrm>
            <a:prstGeom prst="rect">
              <a:avLst/>
            </a:prstGeom>
            <a:solidFill>
              <a:srgbClr val="00205B"/>
            </a:solidFill>
            <a:ln w="6350">
              <a:solidFill>
                <a:schemeClr val="accent3"/>
              </a:solidFill>
            </a:ln>
          </p:spPr>
          <p:txBody>
            <a:bodyPr wrap="square" tIns="0" bIns="0" rtlCol="0" anchor="ctr">
              <a:noAutofit/>
            </a:bodyPr>
            <a:lstStyle/>
            <a:p>
              <a:pPr algn="ctr"/>
              <a:r>
                <a:rPr lang="en-GB" sz="1400" dirty="0" err="1">
                  <a:solidFill>
                    <a:schemeClr val="bg1"/>
                  </a:solidFill>
                </a:rPr>
                <a:t>Superpoint</a:t>
              </a:r>
              <a:r>
                <a:rPr lang="en-GB" sz="1400" dirty="0">
                  <a:solidFill>
                    <a:schemeClr val="bg1"/>
                  </a:solidFill>
                </a:rPr>
                <a:t> </a:t>
              </a:r>
              <a:r>
                <a:rPr lang="en-GB" sz="800" dirty="0">
                  <a:solidFill>
                    <a:schemeClr val="bg1"/>
                  </a:solidFill>
                </a:rPr>
                <a:t>(Fully CNN)</a:t>
              </a:r>
            </a:p>
          </p:txBody>
        </p:sp>
        <p:sp>
          <p:nvSpPr>
            <p:cNvPr id="17" name="TextBox 13">
              <a:extLst>
                <a:ext uri="{FF2B5EF4-FFF2-40B4-BE49-F238E27FC236}">
                  <a16:creationId xmlns:a16="http://schemas.microsoft.com/office/drawing/2014/main" id="{3A9F0F6D-1158-11F7-80E5-CBCE08BFE639}"/>
                </a:ext>
              </a:extLst>
            </p:cNvPr>
            <p:cNvSpPr txBox="1"/>
            <p:nvPr/>
          </p:nvSpPr>
          <p:spPr bwMode="gray">
            <a:xfrm>
              <a:off x="839415" y="2013521"/>
              <a:ext cx="1897301" cy="1968756"/>
            </a:xfrm>
            <a:prstGeom prst="rect">
              <a:avLst/>
            </a:prstGeom>
            <a:noFill/>
            <a:ln w="6350">
              <a:solidFill>
                <a:srgbClr val="00205B"/>
              </a:solidFill>
            </a:ln>
          </p:spPr>
          <p:txBody>
            <a:bodyPr wrap="square" tIns="90000" bIns="46800" rtlCol="0">
              <a:noAutofit/>
            </a:bodyPr>
            <a:lstStyle/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State of art that uses a deep convolutional network to detect keypoints and descriptors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>
                      <a:lumMod val="50000"/>
                    </a:schemeClr>
                  </a:solidFill>
                </a:rPr>
                <a:t>Learns high-level features that are more stable for complex structures</a:t>
              </a: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144000" indent="-144000" algn="l">
                <a:lnSpc>
                  <a:spcPct val="90000"/>
                </a:lnSpc>
                <a:buFont typeface="Arial" panose="020B0604020202020204" pitchFamily="34" charset="0"/>
                <a:buChar char="•"/>
              </a:pPr>
              <a:endParaRPr lang="en-GB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19" name="Rectangle 1">
            <a:extLst>
              <a:ext uri="{FF2B5EF4-FFF2-40B4-BE49-F238E27FC236}">
                <a16:creationId xmlns:a16="http://schemas.microsoft.com/office/drawing/2014/main" id="{F036CBFB-4914-6279-2392-9EC281A4E3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55380" y="1352847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graphicFrame>
        <p:nvGraphicFramePr>
          <p:cNvPr id="22" name="Tabla 21">
            <a:extLst>
              <a:ext uri="{FF2B5EF4-FFF2-40B4-BE49-F238E27FC236}">
                <a16:creationId xmlns:a16="http://schemas.microsoft.com/office/drawing/2014/main" id="{1132EC66-C6E3-1743-F0F6-A6622233A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72767"/>
              </p:ext>
            </p:extLst>
          </p:nvPr>
        </p:nvGraphicFramePr>
        <p:xfrm>
          <a:off x="1771650" y="4057443"/>
          <a:ext cx="8386824" cy="173345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680536">
                  <a:extLst>
                    <a:ext uri="{9D8B030D-6E8A-4147-A177-3AD203B41FA5}">
                      <a16:colId xmlns:a16="http://schemas.microsoft.com/office/drawing/2014/main" val="2134724478"/>
                    </a:ext>
                  </a:extLst>
                </a:gridCol>
                <a:gridCol w="1676572">
                  <a:extLst>
                    <a:ext uri="{9D8B030D-6E8A-4147-A177-3AD203B41FA5}">
                      <a16:colId xmlns:a16="http://schemas.microsoft.com/office/drawing/2014/main" val="2225862589"/>
                    </a:ext>
                  </a:extLst>
                </a:gridCol>
                <a:gridCol w="1676572">
                  <a:extLst>
                    <a:ext uri="{9D8B030D-6E8A-4147-A177-3AD203B41FA5}">
                      <a16:colId xmlns:a16="http://schemas.microsoft.com/office/drawing/2014/main" val="1324147604"/>
                    </a:ext>
                  </a:extLst>
                </a:gridCol>
                <a:gridCol w="1676572">
                  <a:extLst>
                    <a:ext uri="{9D8B030D-6E8A-4147-A177-3AD203B41FA5}">
                      <a16:colId xmlns:a16="http://schemas.microsoft.com/office/drawing/2014/main" val="2480304581"/>
                    </a:ext>
                  </a:extLst>
                </a:gridCol>
                <a:gridCol w="1676572">
                  <a:extLst>
                    <a:ext uri="{9D8B030D-6E8A-4147-A177-3AD203B41FA5}">
                      <a16:colId xmlns:a16="http://schemas.microsoft.com/office/drawing/2014/main" val="1224497808"/>
                    </a:ext>
                  </a:extLst>
                </a:gridCol>
              </a:tblGrid>
              <a:tr h="403001">
                <a:tc>
                  <a:txBody>
                    <a:bodyPr/>
                    <a:lstStyle/>
                    <a:p>
                      <a:pPr algn="ctr"/>
                      <a:endParaRPr lang="es-ES" dirty="0"/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SIFT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FAST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/>
                        <a:t>ORB</a:t>
                      </a:r>
                    </a:p>
                  </a:txBody>
                  <a:tcPr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dirty="0" err="1"/>
                        <a:t>Superpoint</a:t>
                      </a:r>
                      <a:endParaRPr lang="es-ES" dirty="0"/>
                    </a:p>
                  </a:txBody>
                  <a:tcPr>
                    <a:solidFill>
                      <a:srgbClr val="0020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5617125"/>
                  </a:ext>
                </a:extLst>
              </a:tr>
              <a:tr h="463727">
                <a:tc>
                  <a:txBody>
                    <a:bodyPr/>
                    <a:lstStyle/>
                    <a:p>
                      <a:r>
                        <a:rPr lang="es-ES" sz="1100" b="1" dirty="0" err="1">
                          <a:solidFill>
                            <a:schemeClr val="bg1"/>
                          </a:solidFill>
                        </a:rPr>
                        <a:t>Robustness</a:t>
                      </a:r>
                      <a:r>
                        <a:rPr lang="es-ES" sz="1100" b="1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es-ES" sz="1100" b="1" dirty="0" err="1">
                          <a:solidFill>
                            <a:schemeClr val="bg1"/>
                          </a:solidFill>
                        </a:rPr>
                        <a:t>Accuracy</a:t>
                      </a:r>
                      <a:endParaRPr lang="es-ES" sz="11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 err="1"/>
                        <a:t>Excellent</a:t>
                      </a:r>
                      <a:r>
                        <a:rPr lang="es-ES" sz="1100" dirty="0"/>
                        <a:t> (</a:t>
                      </a:r>
                      <a:r>
                        <a:rPr lang="es-ES" sz="1100" dirty="0" err="1"/>
                        <a:t>Classic</a:t>
                      </a:r>
                      <a:r>
                        <a:rPr lang="es-ES" sz="1100" dirty="0"/>
                        <a:t> </a:t>
                      </a:r>
                      <a:r>
                        <a:rPr lang="es-ES" sz="1100" dirty="0" err="1"/>
                        <a:t>Standart</a:t>
                      </a:r>
                      <a:r>
                        <a:rPr lang="es-E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Low (Sensitive </a:t>
                      </a:r>
                      <a:r>
                        <a:rPr lang="es-ES" sz="1100" dirty="0" err="1"/>
                        <a:t>to</a:t>
                      </a:r>
                      <a:r>
                        <a:rPr lang="es-ES" sz="1100" dirty="0"/>
                        <a:t> </a:t>
                      </a:r>
                      <a:r>
                        <a:rPr lang="es-ES" sz="1100" dirty="0" err="1"/>
                        <a:t>noise</a:t>
                      </a:r>
                      <a:r>
                        <a:rPr lang="es-ES" sz="11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 err="1"/>
                        <a:t>Balanced</a:t>
                      </a:r>
                      <a:r>
                        <a:rPr lang="es-ES" sz="1100" dirty="0"/>
                        <a:t> (Real-time)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High (</a:t>
                      </a:r>
                      <a:r>
                        <a:rPr lang="es-ES" sz="1100" dirty="0" err="1"/>
                        <a:t>State</a:t>
                      </a:r>
                      <a:r>
                        <a:rPr lang="es-ES" sz="1100" dirty="0"/>
                        <a:t> </a:t>
                      </a:r>
                      <a:r>
                        <a:rPr lang="es-ES" sz="1100" dirty="0" err="1"/>
                        <a:t>of</a:t>
                      </a:r>
                      <a:r>
                        <a:rPr lang="es-ES" sz="1100" dirty="0"/>
                        <a:t> art)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1578821"/>
                  </a:ext>
                </a:extLst>
              </a:tr>
              <a:tr h="403001">
                <a:tc>
                  <a:txBody>
                    <a:bodyPr/>
                    <a:lstStyle/>
                    <a:p>
                      <a:r>
                        <a:rPr lang="es-ES" sz="1100" b="1" dirty="0" err="1">
                          <a:solidFill>
                            <a:schemeClr val="bg1"/>
                          </a:solidFill>
                        </a:rPr>
                        <a:t>Speed</a:t>
                      </a:r>
                      <a:r>
                        <a:rPr lang="es-ES" sz="1100" b="1" dirty="0">
                          <a:solidFill>
                            <a:schemeClr val="bg1"/>
                          </a:solidFill>
                        </a:rPr>
                        <a:t> (ms)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~100-200+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~1-5ms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~17ms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~13ms </a:t>
                      </a:r>
                      <a:r>
                        <a:rPr lang="es-ES" sz="1100" dirty="0" err="1"/>
                        <a:t>on</a:t>
                      </a:r>
                      <a:r>
                        <a:rPr lang="es-ES" sz="1100" dirty="0"/>
                        <a:t> GPU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109165"/>
                  </a:ext>
                </a:extLst>
              </a:tr>
              <a:tr h="463727">
                <a:tc>
                  <a:txBody>
                    <a:bodyPr/>
                    <a:lstStyle/>
                    <a:p>
                      <a:r>
                        <a:rPr lang="es-ES" sz="1100" b="1" dirty="0" err="1">
                          <a:solidFill>
                            <a:schemeClr val="bg1"/>
                          </a:solidFill>
                        </a:rPr>
                        <a:t>Typical</a:t>
                      </a:r>
                      <a:r>
                        <a:rPr lang="es-ES" sz="1100" b="1" dirty="0">
                          <a:solidFill>
                            <a:schemeClr val="bg1"/>
                          </a:solidFill>
                        </a:rPr>
                        <a:t> Use</a:t>
                      </a:r>
                    </a:p>
                  </a:txBody>
                  <a:tcPr anchor="ctr">
                    <a:solidFill>
                      <a:srgbClr val="0020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100" dirty="0" err="1"/>
                        <a:t>Photogrammetry</a:t>
                      </a:r>
                      <a:r>
                        <a:rPr lang="es-ES" sz="1100" dirty="0"/>
                        <a:t> and Offline </a:t>
                      </a:r>
                      <a:r>
                        <a:rPr lang="es-ES" sz="1100" dirty="0" err="1"/>
                        <a:t>processing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Simple </a:t>
                      </a:r>
                      <a:r>
                        <a:rPr lang="es-ES" sz="1100" dirty="0" err="1"/>
                        <a:t>Sensors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SLAM and Mobile </a:t>
                      </a:r>
                      <a:r>
                        <a:rPr lang="es-ES" sz="1100" dirty="0" err="1"/>
                        <a:t>Devices</a:t>
                      </a:r>
                      <a:endParaRPr lang="es-E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100" dirty="0"/>
                        <a:t>Modern SLAM and </a:t>
                      </a:r>
                      <a:r>
                        <a:rPr lang="es-ES" sz="1100" dirty="0" err="1"/>
                        <a:t>Vision</a:t>
                      </a:r>
                      <a:r>
                        <a:rPr lang="es-ES" sz="1100" dirty="0"/>
                        <a:t> Transformers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4303996"/>
                  </a:ext>
                </a:extLst>
              </a:tr>
            </a:tbl>
          </a:graphicData>
        </a:graphic>
      </p:graphicFrame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B425C97B-D733-CE36-EF0C-558F97ABD745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Titel 19">
            <a:extLst>
              <a:ext uri="{FF2B5EF4-FFF2-40B4-BE49-F238E27FC236}">
                <a16:creationId xmlns:a16="http://schemas.microsoft.com/office/drawing/2014/main" id="{952154A0-DBE0-42DC-3D3B-38B2C276BED9}"/>
              </a:ext>
            </a:extLst>
          </p:cNvPr>
          <p:cNvSpPr txBox="1">
            <a:spLocks/>
          </p:cNvSpPr>
          <p:nvPr/>
        </p:nvSpPr>
        <p:spPr>
          <a:xfrm>
            <a:off x="2897584" y="121043"/>
            <a:ext cx="7103100" cy="54297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Architectural Overview &amp; Benchmarking</a:t>
            </a:r>
          </a:p>
        </p:txBody>
      </p:sp>
    </p:spTree>
    <p:extLst>
      <p:ext uri="{BB962C8B-B14F-4D97-AF65-F5344CB8AC3E}">
        <p14:creationId xmlns:p14="http://schemas.microsoft.com/office/powerpoint/2010/main" val="26834289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D832A-B34E-15DF-E907-F013BDDBD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2A824-5721-725B-5BF6-F020E99935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11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80F7FD-4016-636E-302E-75EAA332E2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F9144-10EE-62EC-0FB3-8E041D1698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F6980757-D875-49D3-AFC6-4ECE182FA028}" type="datetime1">
              <a:rPr lang="es-ES" smtClean="0"/>
              <a:t>08/02/2026</a:t>
            </a:fld>
            <a:endParaRPr lang="en-GB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0AD6E27D-FEC5-7A2A-8197-AC73864FAFA0}"/>
              </a:ext>
            </a:extLst>
          </p:cNvPr>
          <p:cNvSpPr/>
          <p:nvPr/>
        </p:nvSpPr>
        <p:spPr>
          <a:xfrm>
            <a:off x="716214" y="1298473"/>
            <a:ext cx="2482339" cy="416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Inhaltsplatzhalter 21">
            <a:extLst>
              <a:ext uri="{FF2B5EF4-FFF2-40B4-BE49-F238E27FC236}">
                <a16:creationId xmlns:a16="http://schemas.microsoft.com/office/drawing/2014/main" id="{10EC22B2-94CA-BBED-B04C-0AC580DD62D4}"/>
              </a:ext>
            </a:extLst>
          </p:cNvPr>
          <p:cNvSpPr txBox="1">
            <a:spLocks/>
          </p:cNvSpPr>
          <p:nvPr/>
        </p:nvSpPr>
        <p:spPr>
          <a:xfrm>
            <a:off x="1694549" y="1374862"/>
            <a:ext cx="653261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SIFT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F70D6F9-41CA-1F4C-826D-92F5B80C482C}"/>
              </a:ext>
            </a:extLst>
          </p:cNvPr>
          <p:cNvSpPr/>
          <p:nvPr/>
        </p:nvSpPr>
        <p:spPr>
          <a:xfrm>
            <a:off x="3507375" y="1298473"/>
            <a:ext cx="2482338" cy="416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Inhaltsplatzhalter 21">
            <a:extLst>
              <a:ext uri="{FF2B5EF4-FFF2-40B4-BE49-F238E27FC236}">
                <a16:creationId xmlns:a16="http://schemas.microsoft.com/office/drawing/2014/main" id="{5E189E6C-1426-AFBA-CFCC-2B9F17D3B2B9}"/>
              </a:ext>
            </a:extLst>
          </p:cNvPr>
          <p:cNvSpPr txBox="1">
            <a:spLocks/>
          </p:cNvSpPr>
          <p:nvPr/>
        </p:nvSpPr>
        <p:spPr>
          <a:xfrm>
            <a:off x="4534255" y="1371146"/>
            <a:ext cx="873593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FAST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C8016332-8C03-ED05-7CB2-19713DB6F08F}"/>
              </a:ext>
            </a:extLst>
          </p:cNvPr>
          <p:cNvSpPr/>
          <p:nvPr/>
        </p:nvSpPr>
        <p:spPr>
          <a:xfrm>
            <a:off x="6298535" y="1267980"/>
            <a:ext cx="2477070" cy="416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Inhaltsplatzhalter 21">
            <a:extLst>
              <a:ext uri="{FF2B5EF4-FFF2-40B4-BE49-F238E27FC236}">
                <a16:creationId xmlns:a16="http://schemas.microsoft.com/office/drawing/2014/main" id="{4EF81639-6F00-D9D9-B856-880BD9ACD80F}"/>
              </a:ext>
            </a:extLst>
          </p:cNvPr>
          <p:cNvSpPr txBox="1">
            <a:spLocks/>
          </p:cNvSpPr>
          <p:nvPr/>
        </p:nvSpPr>
        <p:spPr>
          <a:xfrm>
            <a:off x="7306416" y="1352009"/>
            <a:ext cx="619117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>
                <a:solidFill>
                  <a:schemeClr val="bg1"/>
                </a:solidFill>
              </a:rPr>
              <a:t>ORB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D4D79D4-A884-D2E6-C66D-DF3A0C4DD042}"/>
              </a:ext>
            </a:extLst>
          </p:cNvPr>
          <p:cNvSpPr/>
          <p:nvPr/>
        </p:nvSpPr>
        <p:spPr>
          <a:xfrm>
            <a:off x="9084426" y="1256363"/>
            <a:ext cx="2477070" cy="4169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Inhaltsplatzhalter 21">
            <a:extLst>
              <a:ext uri="{FF2B5EF4-FFF2-40B4-BE49-F238E27FC236}">
                <a16:creationId xmlns:a16="http://schemas.microsoft.com/office/drawing/2014/main" id="{E06FA3BC-8DA4-C4E1-9B92-80FF4B75371C}"/>
              </a:ext>
            </a:extLst>
          </p:cNvPr>
          <p:cNvSpPr txBox="1">
            <a:spLocks/>
          </p:cNvSpPr>
          <p:nvPr/>
        </p:nvSpPr>
        <p:spPr>
          <a:xfrm>
            <a:off x="9783486" y="1325371"/>
            <a:ext cx="1246490" cy="302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795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6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44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620000" indent="-180000" algn="l" defTabSz="914400" rtl="0" eaLnBrk="1" latinLnBrk="0" hangingPunct="1">
              <a:lnSpc>
                <a:spcPct val="113000"/>
              </a:lnSpc>
              <a:spcBef>
                <a:spcPts val="0"/>
              </a:spcBef>
              <a:buFont typeface="Arial" panose="020B0604020202020204" pitchFamily="34" charset="0"/>
              <a:buChar char="–"/>
              <a:defRPr sz="15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1800" b="1" dirty="0" err="1">
                <a:solidFill>
                  <a:schemeClr val="bg1"/>
                </a:solidFill>
              </a:rPr>
              <a:t>Superpoint</a:t>
            </a:r>
            <a:endParaRPr lang="en-GB" sz="1800" b="1" dirty="0">
              <a:solidFill>
                <a:schemeClr val="bg1"/>
              </a:solidFill>
            </a:endParaRPr>
          </a:p>
        </p:txBody>
      </p:sp>
      <p:sp>
        <p:nvSpPr>
          <p:cNvPr id="29" name="Rectángulo: esquinas redondeadas 28">
            <a:extLst>
              <a:ext uri="{FF2B5EF4-FFF2-40B4-BE49-F238E27FC236}">
                <a16:creationId xmlns:a16="http://schemas.microsoft.com/office/drawing/2014/main" id="{FA901746-6446-4AC6-ED06-3CDB1B187869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Titel 19">
            <a:extLst>
              <a:ext uri="{FF2B5EF4-FFF2-40B4-BE49-F238E27FC236}">
                <a16:creationId xmlns:a16="http://schemas.microsoft.com/office/drawing/2014/main" id="{05AC7568-D1F9-B0D9-3EE5-EEE2F5019828}"/>
              </a:ext>
            </a:extLst>
          </p:cNvPr>
          <p:cNvSpPr txBox="1">
            <a:spLocks/>
          </p:cNvSpPr>
          <p:nvPr/>
        </p:nvSpPr>
        <p:spPr>
          <a:xfrm>
            <a:off x="4845829" y="146239"/>
            <a:ext cx="2997825" cy="6867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25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b="1" dirty="0">
                <a:solidFill>
                  <a:schemeClr val="bg1"/>
                </a:solidFill>
              </a:rPr>
              <a:t>Video Analysis </a:t>
            </a:r>
          </a:p>
        </p:txBody>
      </p:sp>
    </p:spTree>
    <p:extLst>
      <p:ext uri="{BB962C8B-B14F-4D97-AF65-F5344CB8AC3E}">
        <p14:creationId xmlns:p14="http://schemas.microsoft.com/office/powerpoint/2010/main" val="3726292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CCA6-6618-253D-8953-8139C9DF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B9657B-6743-A422-5986-669C5535E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GB" dirty="0"/>
              <a:t>12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CB9C36-01DB-1F03-2AB4-A1A406C6A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Real Time Video Object Tracking 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0B3F17-D3A2-90E4-DC2E-6FBD428713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prstGeom prst="rect">
            <a:avLst/>
          </a:prstGeom>
        </p:spPr>
        <p:txBody>
          <a:bodyPr/>
          <a:lstStyle/>
          <a:p>
            <a:fld id="{15E7B66C-1778-4420-9F4B-14E5955264CF}" type="datetime1">
              <a:rPr lang="es-ES" smtClean="0"/>
              <a:t>08/02/2026</a:t>
            </a:fld>
            <a:endParaRPr lang="en-GB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9935AF5-DEA2-C411-8A20-046A7B22616B}"/>
              </a:ext>
            </a:extLst>
          </p:cNvPr>
          <p:cNvSpPr txBox="1"/>
          <p:nvPr/>
        </p:nvSpPr>
        <p:spPr>
          <a:xfrm>
            <a:off x="5020003" y="3059668"/>
            <a:ext cx="2151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&lt;insertar pipeline&gt;</a:t>
            </a:r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8CAFF4D8-3A1D-05C9-5D31-E7CD52BD1AD5}"/>
              </a:ext>
            </a:extLst>
          </p:cNvPr>
          <p:cNvSpPr/>
          <p:nvPr/>
        </p:nvSpPr>
        <p:spPr>
          <a:xfrm>
            <a:off x="0" y="0"/>
            <a:ext cx="12192000" cy="68677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E92D5FA-D03C-1976-9678-970BD989E4EA}"/>
              </a:ext>
            </a:extLst>
          </p:cNvPr>
          <p:cNvSpPr txBox="1"/>
          <p:nvPr/>
        </p:nvSpPr>
        <p:spPr>
          <a:xfrm>
            <a:off x="5349667" y="81776"/>
            <a:ext cx="16920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b="1" dirty="0">
                <a:solidFill>
                  <a:schemeClr val="bg1"/>
                </a:solidFill>
              </a:rPr>
              <a:t>Pipeline</a:t>
            </a:r>
          </a:p>
        </p:txBody>
      </p:sp>
    </p:spTree>
    <p:extLst>
      <p:ext uri="{BB962C8B-B14F-4D97-AF65-F5344CB8AC3E}">
        <p14:creationId xmlns:p14="http://schemas.microsoft.com/office/powerpoint/2010/main" val="2927403671"/>
      </p:ext>
    </p:extLst>
  </p:cSld>
  <p:clrMapOvr>
    <a:masterClrMapping/>
  </p:clrMapOvr>
</p:sld>
</file>

<file path=ppt/theme/theme1.xml><?xml version="1.0" encoding="utf-8"?>
<a:theme xmlns:a="http://schemas.openxmlformats.org/drawingml/2006/main" name="Amber_PPT Advanced Template">
  <a:themeElements>
    <a:clrScheme name="Airbus Colours">
      <a:dk1>
        <a:srgbClr val="000000"/>
      </a:dk1>
      <a:lt1>
        <a:srgbClr val="FFFFFF"/>
      </a:lt1>
      <a:dk2>
        <a:srgbClr val="00205B"/>
      </a:dk2>
      <a:lt2>
        <a:srgbClr val="005587"/>
      </a:lt2>
      <a:accent1>
        <a:srgbClr val="0085AD"/>
      </a:accent1>
      <a:accent2>
        <a:srgbClr val="859199"/>
      </a:accent2>
      <a:accent3>
        <a:srgbClr val="84BD00"/>
      </a:accent3>
      <a:accent4>
        <a:srgbClr val="E4002B"/>
      </a:accent4>
      <a:accent5>
        <a:srgbClr val="FE5000"/>
      </a:accent5>
      <a:accent6>
        <a:srgbClr val="A51890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Airbus Blue 1">
      <a:srgbClr val="00205B"/>
    </a:custClr>
    <a:custClr name="Airbus Blue 2">
      <a:srgbClr val="00A0C5"/>
    </a:custClr>
    <a:custClr name="Airbus Blue 3">
      <a:srgbClr val="005587"/>
    </a:custClr>
    <a:custClr name="Airbus Blue 4">
      <a:srgbClr val="00ABCD"/>
    </a:custClr>
    <a:custClr name="Airbus Blue 5">
      <a:srgbClr val="0085AD"/>
    </a:custClr>
    <a:custClr name="Airbus Blue 6">
      <a:srgbClr val="33BCD7"/>
    </a:custClr>
    <a:custClr name="Airbus Blue 7">
      <a:srgbClr val="289BBC"/>
    </a:custClr>
    <a:custClr name="Airbus Blue 8">
      <a:srgbClr val="66CDE1"/>
    </a:custClr>
    <a:custClr name="Airbus Blue 9">
      <a:srgbClr val="56B5D1"/>
    </a:custClr>
    <a:custClr name="Airbus Blue 10">
      <a:srgbClr val="99DDEB"/>
    </a:custClr>
    <a:custClr name="Competition Grey 1">
      <a:srgbClr val="46464B"/>
    </a:custClr>
    <a:custClr name="Competition Grey 2">
      <a:srgbClr val="9F9FA4"/>
    </a:custClr>
    <a:custClr name="Competition Grey 3">
      <a:srgbClr val="58585D"/>
    </a:custClr>
    <a:custClr name="Competition Grey 4">
      <a:srgbClr val="B1B1B6"/>
    </a:custClr>
    <a:custClr name="Competition Grey 5">
      <a:srgbClr val="6A6A6F"/>
    </a:custClr>
    <a:custClr name="Competition Grey 6">
      <a:srgbClr val="C2C2C7"/>
    </a:custClr>
    <a:custClr name="Competition Grey 7">
      <a:srgbClr val="7B7B80"/>
    </a:custClr>
    <a:custClr name="Competition Grey 8">
      <a:srgbClr val="D4D4D9"/>
    </a:custClr>
    <a:custClr name="Competition Grey 9">
      <a:srgbClr val="8D8D92"/>
    </a:custClr>
    <a:custClr name="Competition Grey 10">
      <a:srgbClr val="EBEBEB"/>
    </a:custClr>
    <a:custClr name="Airbus v Competition Blue 1">
      <a:srgbClr val="00205B"/>
    </a:custClr>
    <a:custClr name="Airbus v Competition Grey 2">
      <a:srgbClr val="9F9FA4"/>
    </a:custClr>
    <a:custClr name="Airbus v Competition Blue 3">
      <a:srgbClr val="005587"/>
    </a:custClr>
    <a:custClr name="Airbus v Competition Grey 4">
      <a:srgbClr val="B1B1B6"/>
    </a:custClr>
    <a:custClr name="Airbus v Competition Blue 5">
      <a:srgbClr val="0085AD"/>
    </a:custClr>
    <a:custClr name="Airbus v Competition Grey 6">
      <a:srgbClr val="C2C2C7"/>
    </a:custClr>
    <a:custClr name="Airbus v Competition Blue 7">
      <a:srgbClr val="289BBC"/>
    </a:custClr>
    <a:custClr name="Airbus v Competition Grey 8">
      <a:srgbClr val="D4D4D9"/>
    </a:custClr>
    <a:custClr name="Airbus v Competition Blue 9">
      <a:srgbClr val="56B5D1"/>
    </a:custClr>
    <a:custClr name="Airbus v Competition Grey 10">
      <a:srgbClr val="EBEBEB"/>
    </a:custClr>
    <a:custClr name="Highlight colours Green 1">
      <a:srgbClr val="009F4D"/>
    </a:custClr>
    <a:custClr name="Highlight colours Green 2">
      <a:srgbClr val="44BD00"/>
    </a:custClr>
    <a:custClr name="Highlight colours Yellow 1">
      <a:srgbClr val="FFF400"/>
    </a:custClr>
    <a:custClr name="Highlight colours Orange 1">
      <a:srgbClr val="FE8F00"/>
    </a:custClr>
    <a:custClr name="Highlight colours Orange 2">
      <a:srgbClr val="FE5000"/>
    </a:custClr>
    <a:custClr name="Highlight colours Red 1">
      <a:srgbClr val="E4002B"/>
    </a:custClr>
    <a:custClr name="Highlight colours Purple 1">
      <a:srgbClr val="DA1884"/>
    </a:custClr>
    <a:custClr name="Highlight colours Purple 2">
      <a:srgbClr val="A51890"/>
    </a:custClr>
    <a:custClr name="Highlight colours Blue 1">
      <a:srgbClr val="0077C8"/>
    </a:custClr>
    <a:custClr name="Highlight colours Blue 2">
      <a:srgbClr val="00AEC7"/>
    </a:custClr>
    <a:custClr name="Non-competitive colours Green 1">
      <a:srgbClr val="00663C"/>
    </a:custClr>
    <a:custClr name="Non-competitive colours Green 2">
      <a:srgbClr val="618600"/>
    </a:custClr>
    <a:custClr name="Non-competitive colours Yellow 1">
      <a:srgbClr val="BFB700"/>
    </a:custClr>
    <a:custClr name="Non-competitive colours Orange 1">
      <a:srgbClr val="BC6900"/>
    </a:custClr>
    <a:custClr name="Non-competitive colours Orange 2">
      <a:srgbClr val="BF3C00"/>
    </a:custClr>
    <a:custClr name="Non-competitive colours Red 1">
      <a:srgbClr val="A70021"/>
    </a:custClr>
    <a:custClr name="Non-competitive colours Purple 1">
      <a:srgbClr val="930F5A"/>
    </a:custClr>
    <a:custClr name="Non-competitive colours Purple 2">
      <a:srgbClr val="6D0F60"/>
    </a:custClr>
    <a:custClr name="Non-competitive colours Blue 1">
      <a:srgbClr val="005189"/>
    </a:custClr>
    <a:custClr name="Non-competitive colours Blue 2">
      <a:srgbClr val="007789"/>
    </a:custClr>
  </a:custClrLst>
  <a:extLst>
    <a:ext uri="{05A4C25C-085E-4340-85A3-A5531E510DB2}">
      <thm15:themeFamily xmlns:thm15="http://schemas.microsoft.com/office/thememl/2012/main" name="Amber_AB PPT advanced template" id="{0FEDAFDF-AE73-7249-9352-774BED1E4FA0}" vid="{74504483-FC88-0D4F-A410-68A4115B2A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0CF215E04C8345A794C8036AF86131" ma:contentTypeVersion="0" ma:contentTypeDescription="Create a new document." ma:contentTypeScope="" ma:versionID="92ac010626e5093a5724e2b8902ca49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DF81036-9923-44E8-B90A-EB06D6EDE2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C4C86B7-186E-4C48-8544-2BD735D6D39F}">
  <ds:schemaRefs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http://purl.org/dc/elements/1.1/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853E031-49DE-4DCF-9F64-B93050BDED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Amber_AB PPT advanced template</Template>
  <TotalTime>381</TotalTime>
  <Words>613</Words>
  <Application>Microsoft Office PowerPoint</Application>
  <PresentationFormat>Panorámica</PresentationFormat>
  <Paragraphs>174</Paragraphs>
  <Slides>13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Calibri</vt:lpstr>
      <vt:lpstr>Amber_PPT Advanced Template</vt:lpstr>
      <vt:lpstr>Real-time video object tracking</vt:lpstr>
      <vt:lpstr>Context </vt:lpstr>
      <vt:lpstr>Presentación de PowerPoint</vt:lpstr>
      <vt:lpstr>Object Detection</vt:lpstr>
      <vt:lpstr>Presentación de PowerPoint</vt:lpstr>
      <vt:lpstr>Presentación de PowerPoint</vt:lpstr>
      <vt:lpstr>Object Segmentation</vt:lpstr>
      <vt:lpstr>Presentación de PowerPoint</vt:lpstr>
      <vt:lpstr>Presentación de PowerPoint</vt:lpstr>
      <vt:lpstr>Keypoints Detection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Medina García</dc:creator>
  <cp:lastModifiedBy>Kevin Medina García</cp:lastModifiedBy>
  <cp:revision>3</cp:revision>
  <dcterms:created xsi:type="dcterms:W3CDTF">2026-02-08T15:00:54Z</dcterms:created>
  <dcterms:modified xsi:type="dcterms:W3CDTF">2026-02-08T21:22:17Z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0x0101003A0CF215E04C8345A794C8036AF86131</vt:lpwstr>
  </property>
</Properties>
</file>